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36484" autoAdjust="0"/>
    <p:restoredTop sz="79630" autoAdjust="0"/>
  </p:normalViewPr>
  <p:slideViewPr>
    <p:cSldViewPr snapToGrid="0">
      <p:cViewPr varScale="1">
        <p:scale>
          <a:sx n="48" d="100"/>
          <a:sy n="48" d="100"/>
        </p:scale>
        <p:origin x="24" y="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tableStyles" Target="tableStyle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77" name=""/>
        <p:cNvGrpSpPr/>
        <p:nvPr/>
      </p:nvGrpSpPr>
      <p:grpSpPr>
        <a:xfrm>
          <a:off x="0" y="0"/>
          <a:ext cx="0" cy="0"/>
          <a:chOff x="0" y="0"/>
          <a:chExt cx="0" cy="0"/>
        </a:xfrm>
      </p:grpSpPr>
      <p:sp>
        <p:nvSpPr>
          <p:cNvPr id="1048743"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IN"/>
          </a:p>
        </p:txBody>
      </p:sp>
      <p:sp>
        <p:nvSpPr>
          <p:cNvPr id="1048744"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F6A9EB53-5643-46FD-9C00-2A53535F27B5}" type="datetimeFigureOut">
              <a:rPr lang="en-IN" smtClean="0"/>
              <a:t>31-05-2026</a:t>
            </a:fld>
            <a:endParaRPr lang="en-IN"/>
          </a:p>
        </p:txBody>
      </p:sp>
      <p:sp>
        <p:nvSpPr>
          <p:cNvPr id="1048745"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IN"/>
          </a:p>
        </p:txBody>
      </p:sp>
      <p:sp>
        <p:nvSpPr>
          <p:cNvPr id="1048746"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47"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IN"/>
          </a:p>
        </p:txBody>
      </p:sp>
      <p:sp>
        <p:nvSpPr>
          <p:cNvPr id="1048748"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120CD252-0B97-471B-96C9-CDCD758E8A55}"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33" name="Slide Image Placeholder 1"/>
          <p:cNvSpPr>
            <a:spLocks noChangeAspect="1" noRot="1" noGrp="1"/>
          </p:cNvSpPr>
          <p:nvPr>
            <p:ph type="sldImg"/>
          </p:nvPr>
        </p:nvSpPr>
        <p:spPr/>
      </p:sp>
      <p:sp>
        <p:nvSpPr>
          <p:cNvPr id="1048634" name="Notes Placeholder 2"/>
          <p:cNvSpPr>
            <a:spLocks noGrp="1"/>
          </p:cNvSpPr>
          <p:nvPr>
            <p:ph type="body" idx="1"/>
          </p:nvPr>
        </p:nvSpPr>
        <p:spPr/>
        <p:txBody>
          <a:bodyPr/>
          <a:p>
            <a:endParaRPr dirty="0" lang="en-IN"/>
          </a:p>
        </p:txBody>
      </p:sp>
      <p:sp>
        <p:nvSpPr>
          <p:cNvPr id="1048635" name="Slide Number Placeholder 3"/>
          <p:cNvSpPr>
            <a:spLocks noGrp="1"/>
          </p:cNvSpPr>
          <p:nvPr>
            <p:ph type="sldNum" sz="quarter" idx="5"/>
          </p:nvPr>
        </p:nvSpPr>
        <p:spPr/>
        <p:txBody>
          <a:bodyPr/>
          <a:p>
            <a:fld id="{120CD252-0B97-471B-96C9-CDCD758E8A55}" type="slidenum">
              <a:rPr lang="en-IN" smtClean="0"/>
              <a:t>5</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31" name=""/>
        <p:cNvGrpSpPr/>
        <p:nvPr/>
      </p:nvGrpSpPr>
      <p:grpSpPr>
        <a:xfrm>
          <a:off x="0" y="0"/>
          <a:ext cx="0" cy="0"/>
          <a:chOff x="0" y="0"/>
          <a:chExt cx="0" cy="0"/>
        </a:xfrm>
      </p:grpSpPr>
      <p:sp>
        <p:nvSpPr>
          <p:cNvPr id="1048606"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dirty="0" lang="en-US"/>
          </a:p>
        </p:txBody>
      </p:sp>
      <p:sp>
        <p:nvSpPr>
          <p:cNvPr id="1048607" name="Subtitle 2"/>
          <p:cNvSpPr>
            <a:spLocks noGrp="1"/>
          </p:cNvSpPr>
          <p:nvPr>
            <p:ph type="subTitle" idx="1"/>
          </p:nvPr>
        </p:nvSpPr>
        <p:spPr>
          <a:xfrm>
            <a:off x="2589213" y="4777379"/>
            <a:ext cx="8915399" cy="1126283"/>
          </a:xfrm>
        </p:spPr>
        <p:txBody>
          <a:bodyPr anchor="t"/>
          <a:lstStyle>
            <a:lvl1pPr algn="l" indent="0" marL="0">
              <a:buNone/>
              <a:defRPr>
                <a:solidFill>
                  <a:schemeClr val="tx1">
                    <a:lumMod val="65000"/>
                    <a:lumOff val="3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a:t>Click to edit Master subtitle style</a:t>
            </a:r>
            <a:endParaRPr dirty="0" lang="en-US"/>
          </a:p>
        </p:txBody>
      </p:sp>
      <p:sp>
        <p:nvSpPr>
          <p:cNvPr id="1048608" name="Date Placeholder 3"/>
          <p:cNvSpPr>
            <a:spLocks noGrp="1"/>
          </p:cNvSpPr>
          <p:nvPr>
            <p:ph type="dt" sz="half" idx="10"/>
          </p:nvPr>
        </p:nvSpPr>
        <p:spPr/>
        <p:txBody>
          <a:bodyPr/>
          <a:p>
            <a:fld id="{066D8897-9C89-47D5-B9E4-B3B1370E51D5}" type="datetimeFigureOut">
              <a:rPr lang="en-IN" smtClean="0"/>
              <a:t>31-05-2026</a:t>
            </a:fld>
            <a:endParaRPr lang="en-IN"/>
          </a:p>
        </p:txBody>
      </p:sp>
      <p:sp>
        <p:nvSpPr>
          <p:cNvPr id="1048609" name="Footer Placeholder 4"/>
          <p:cNvSpPr>
            <a:spLocks noGrp="1"/>
          </p:cNvSpPr>
          <p:nvPr>
            <p:ph type="ftr" sz="quarter" idx="11"/>
          </p:nvPr>
        </p:nvSpPr>
        <p:spPr/>
        <p:txBody>
          <a:bodyPr/>
          <a:p>
            <a:endParaRPr lang="en-IN"/>
          </a:p>
        </p:txBody>
      </p:sp>
      <p:sp>
        <p:nvSpPr>
          <p:cNvPr id="1048610" name="Freeform 6"/>
          <p:cNvSpPr/>
          <p:nvPr/>
        </p:nvSpPr>
        <p:spPr bwMode="auto">
          <a:xfrm>
            <a:off x="0" y="4323810"/>
            <a:ext cx="1744652" cy="778589"/>
          </a:xfrm>
          <a:custGeom>
            <a:avLst/>
            <a:ah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1048611" name="Slide Number Placeholder 5"/>
          <p:cNvSpPr>
            <a:spLocks noGrp="1"/>
          </p:cNvSpPr>
          <p:nvPr>
            <p:ph type="sldNum" sz="quarter" idx="12"/>
          </p:nvPr>
        </p:nvSpPr>
        <p:spPr>
          <a:xfrm>
            <a:off x="531812" y="4529540"/>
            <a:ext cx="779767" cy="365125"/>
          </a:xfrm>
        </p:spPr>
        <p:txBody>
          <a:bodyPr/>
          <a:p>
            <a:fld id="{9FF90410-E706-4838-9FC5-B8A998071AC5}"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2" name=""/>
        <p:cNvGrpSpPr/>
        <p:nvPr/>
      </p:nvGrpSpPr>
      <p:grpSpPr>
        <a:xfrm>
          <a:off x="0" y="0"/>
          <a:ext cx="0" cy="0"/>
          <a:chOff x="0" y="0"/>
          <a:chExt cx="0" cy="0"/>
        </a:xfrm>
      </p:grpSpPr>
      <p:sp>
        <p:nvSpPr>
          <p:cNvPr id="1048615" name="Title 1"/>
          <p:cNvSpPr>
            <a:spLocks noGrp="1"/>
          </p:cNvSpPr>
          <p:nvPr>
            <p:ph type="title"/>
          </p:nvPr>
        </p:nvSpPr>
        <p:spPr>
          <a:xfrm>
            <a:off x="2592925" y="624110"/>
            <a:ext cx="8911687" cy="1280890"/>
          </a:xfrm>
        </p:spPr>
        <p:txBody>
          <a:bodyPr/>
          <a:p>
            <a:r>
              <a:rPr lang="en-US"/>
              <a:t>Click to edit Master title style</a:t>
            </a:r>
            <a:endParaRPr dirty="0" lang="en-US"/>
          </a:p>
        </p:txBody>
      </p:sp>
      <p:sp>
        <p:nvSpPr>
          <p:cNvPr id="1048616" name="Content Placeholder 2"/>
          <p:cNvSpPr>
            <a:spLocks noGrp="1"/>
          </p:cNvSpPr>
          <p:nvPr>
            <p:ph idx="1"/>
          </p:nvPr>
        </p:nvSpPr>
        <p:spPr>
          <a:xfrm>
            <a:off x="2589212" y="2133600"/>
            <a:ext cx="8915400" cy="3777622"/>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17" name="Date Placeholder 3"/>
          <p:cNvSpPr>
            <a:spLocks noGrp="1"/>
          </p:cNvSpPr>
          <p:nvPr>
            <p:ph type="dt" sz="half" idx="10"/>
          </p:nvPr>
        </p:nvSpPr>
        <p:spPr/>
        <p:txBody>
          <a:bodyPr/>
          <a:p>
            <a:fld id="{066D8897-9C89-47D5-B9E4-B3B1370E51D5}" type="datetimeFigureOut">
              <a:rPr lang="en-IN" smtClean="0"/>
              <a:t>31-05-2026</a:t>
            </a:fld>
            <a:endParaRPr lang="en-IN"/>
          </a:p>
        </p:txBody>
      </p:sp>
      <p:sp>
        <p:nvSpPr>
          <p:cNvPr id="1048618" name="Footer Placeholder 4"/>
          <p:cNvSpPr>
            <a:spLocks noGrp="1"/>
          </p:cNvSpPr>
          <p:nvPr>
            <p:ph type="ftr" sz="quarter" idx="11"/>
          </p:nvPr>
        </p:nvSpPr>
        <p:spPr/>
        <p:txBody>
          <a:bodyPr/>
          <a:p>
            <a:endParaRPr lang="en-IN"/>
          </a:p>
        </p:txBody>
      </p:sp>
      <p:sp>
        <p:nvSpPr>
          <p:cNvPr id="1048619"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20" name="Slide Number Placeholder 5"/>
          <p:cNvSpPr>
            <a:spLocks noGrp="1"/>
          </p:cNvSpPr>
          <p:nvPr>
            <p:ph type="sldNum" sz="quarter" idx="12"/>
          </p:nvPr>
        </p:nvSpPr>
        <p:spPr/>
        <p:txBody>
          <a:bodyPr/>
          <a:p>
            <a:fld id="{9FF90410-E706-4838-9FC5-B8A998071AC5}"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69" name=""/>
        <p:cNvGrpSpPr/>
        <p:nvPr/>
      </p:nvGrpSpPr>
      <p:grpSpPr>
        <a:xfrm>
          <a:off x="0" y="0"/>
          <a:ext cx="0" cy="0"/>
          <a:chOff x="0" y="0"/>
          <a:chExt cx="0" cy="0"/>
        </a:xfrm>
      </p:grpSpPr>
      <p:sp>
        <p:nvSpPr>
          <p:cNvPr id="1048689" name="Title 1"/>
          <p:cNvSpPr>
            <a:spLocks noGrp="1"/>
          </p:cNvSpPr>
          <p:nvPr>
            <p:ph type="title"/>
          </p:nvPr>
        </p:nvSpPr>
        <p:spPr>
          <a:xfrm>
            <a:off x="2589212" y="2058750"/>
            <a:ext cx="8915399" cy="1468800"/>
          </a:xfrm>
        </p:spPr>
        <p:txBody>
          <a:bodyPr anchor="b"/>
          <a:lstStyle>
            <a:lvl1pPr algn="l">
              <a:defRPr b="0" cap="none" sz="4000"/>
            </a:lvl1pPr>
          </a:lstStyle>
          <a:p>
            <a:r>
              <a:rPr lang="en-US"/>
              <a:t>Click to edit Master title style</a:t>
            </a:r>
            <a:endParaRPr dirty="0" lang="en-US"/>
          </a:p>
        </p:txBody>
      </p:sp>
      <p:sp>
        <p:nvSpPr>
          <p:cNvPr id="1048690" name="Text Placeholder 2"/>
          <p:cNvSpPr>
            <a:spLocks noGrp="1"/>
          </p:cNvSpPr>
          <p:nvPr>
            <p:ph type="body" idx="1"/>
          </p:nvPr>
        </p:nvSpPr>
        <p:spPr>
          <a:xfrm>
            <a:off x="2589212" y="3530129"/>
            <a:ext cx="8915399" cy="860400"/>
          </a:xfrm>
        </p:spPr>
        <p:txBody>
          <a:bodyPr anchor="t"/>
          <a:lstStyle>
            <a:lvl1pPr algn="l" indent="0" marL="0">
              <a:buNone/>
              <a:defRPr sz="2000">
                <a:solidFill>
                  <a:schemeClr val="tx1">
                    <a:lumMod val="65000"/>
                    <a:lumOff val="3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91" name="Date Placeholder 3"/>
          <p:cNvSpPr>
            <a:spLocks noGrp="1"/>
          </p:cNvSpPr>
          <p:nvPr>
            <p:ph type="dt" sz="half" idx="10"/>
          </p:nvPr>
        </p:nvSpPr>
        <p:spPr/>
        <p:txBody>
          <a:bodyPr/>
          <a:p>
            <a:fld id="{066D8897-9C89-47D5-B9E4-B3B1370E51D5}" type="datetimeFigureOut">
              <a:rPr lang="en-IN" smtClean="0"/>
              <a:t>31-05-2026</a:t>
            </a:fld>
            <a:endParaRPr lang="en-IN"/>
          </a:p>
        </p:txBody>
      </p:sp>
      <p:sp>
        <p:nvSpPr>
          <p:cNvPr id="1048692" name="Footer Placeholder 4"/>
          <p:cNvSpPr>
            <a:spLocks noGrp="1"/>
          </p:cNvSpPr>
          <p:nvPr>
            <p:ph type="ftr" sz="quarter" idx="11"/>
          </p:nvPr>
        </p:nvSpPr>
        <p:spPr/>
        <p:txBody>
          <a:bodyPr/>
          <a:p>
            <a:endParaRPr lang="en-IN"/>
          </a:p>
        </p:txBody>
      </p:sp>
      <p:sp>
        <p:nvSpPr>
          <p:cNvPr id="1048693" name="Freeform 11"/>
          <p:cNvSpPr/>
          <p:nvPr/>
        </p:nvSpPr>
        <p:spPr bwMode="auto">
          <a:xfrm flipV="1">
            <a:off x="-4189" y="31781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94" name="Slide Number Placeholder 5"/>
          <p:cNvSpPr>
            <a:spLocks noGrp="1"/>
          </p:cNvSpPr>
          <p:nvPr>
            <p:ph type="sldNum" sz="quarter" idx="12"/>
          </p:nvPr>
        </p:nvSpPr>
        <p:spPr>
          <a:xfrm>
            <a:off x="531812" y="3244139"/>
            <a:ext cx="779767" cy="365125"/>
          </a:xfrm>
        </p:spPr>
        <p:txBody>
          <a:bodyPr/>
          <a:p>
            <a:fld id="{9FF90410-E706-4838-9FC5-B8A998071AC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73" name=""/>
        <p:cNvGrpSpPr/>
        <p:nvPr/>
      </p:nvGrpSpPr>
      <p:grpSpPr>
        <a:xfrm>
          <a:off x="0" y="0"/>
          <a:ext cx="0" cy="0"/>
          <a:chOff x="0" y="0"/>
          <a:chExt cx="0" cy="0"/>
        </a:xfrm>
      </p:grpSpPr>
      <p:sp>
        <p:nvSpPr>
          <p:cNvPr id="1048716" name="Title 7"/>
          <p:cNvSpPr>
            <a:spLocks noGrp="1"/>
          </p:cNvSpPr>
          <p:nvPr>
            <p:ph type="title"/>
          </p:nvPr>
        </p:nvSpPr>
        <p:spPr/>
        <p:txBody>
          <a:bodyPr/>
          <a:p>
            <a:r>
              <a:rPr lang="en-US"/>
              <a:t>Click to edit Master title style</a:t>
            </a:r>
            <a:endParaRPr dirty="0" lang="en-US"/>
          </a:p>
        </p:txBody>
      </p:sp>
      <p:sp>
        <p:nvSpPr>
          <p:cNvPr id="1048717" name="Content Placeholder 2"/>
          <p:cNvSpPr>
            <a:spLocks noGrp="1"/>
          </p:cNvSpPr>
          <p:nvPr>
            <p:ph sz="half" idx="1"/>
          </p:nvPr>
        </p:nvSpPr>
        <p:spPr>
          <a:xfrm>
            <a:off x="2589212" y="2133600"/>
            <a:ext cx="4313864" cy="3777622"/>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18" name="Content Placeholder 3"/>
          <p:cNvSpPr>
            <a:spLocks noGrp="1"/>
          </p:cNvSpPr>
          <p:nvPr>
            <p:ph sz="half" idx="2"/>
          </p:nvPr>
        </p:nvSpPr>
        <p:spPr>
          <a:xfrm>
            <a:off x="7190747" y="2126222"/>
            <a:ext cx="4313864" cy="3777622"/>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19" name="Date Placeholder 4"/>
          <p:cNvSpPr>
            <a:spLocks noGrp="1"/>
          </p:cNvSpPr>
          <p:nvPr>
            <p:ph type="dt" sz="half" idx="10"/>
          </p:nvPr>
        </p:nvSpPr>
        <p:spPr/>
        <p:txBody>
          <a:bodyPr/>
          <a:p>
            <a:fld id="{066D8897-9C89-47D5-B9E4-B3B1370E51D5}" type="datetimeFigureOut">
              <a:rPr lang="en-IN" smtClean="0"/>
              <a:t>31-05-2026</a:t>
            </a:fld>
            <a:endParaRPr lang="en-IN"/>
          </a:p>
        </p:txBody>
      </p:sp>
      <p:sp>
        <p:nvSpPr>
          <p:cNvPr id="1048720" name="Footer Placeholder 5"/>
          <p:cNvSpPr>
            <a:spLocks noGrp="1"/>
          </p:cNvSpPr>
          <p:nvPr>
            <p:ph type="ftr" sz="quarter" idx="11"/>
          </p:nvPr>
        </p:nvSpPr>
        <p:spPr/>
        <p:txBody>
          <a:bodyPr/>
          <a:p>
            <a:endParaRPr lang="en-IN"/>
          </a:p>
        </p:txBody>
      </p:sp>
      <p:sp>
        <p:nvSpPr>
          <p:cNvPr id="1048721"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22" name="Slide Number Placeholder 5"/>
          <p:cNvSpPr>
            <a:spLocks noGrp="1"/>
          </p:cNvSpPr>
          <p:nvPr>
            <p:ph type="sldNum" sz="quarter" idx="12"/>
          </p:nvPr>
        </p:nvSpPr>
        <p:spPr>
          <a:xfrm>
            <a:off x="531812" y="787782"/>
            <a:ext cx="779767" cy="365125"/>
          </a:xfrm>
        </p:spPr>
        <p:txBody>
          <a:bodyPr/>
          <a:p>
            <a:fld id="{9FF90410-E706-4838-9FC5-B8A998071AC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70" name=""/>
        <p:cNvGrpSpPr/>
        <p:nvPr/>
      </p:nvGrpSpPr>
      <p:grpSpPr>
        <a:xfrm>
          <a:off x="0" y="0"/>
          <a:ext cx="0" cy="0"/>
          <a:chOff x="0" y="0"/>
          <a:chExt cx="0" cy="0"/>
        </a:xfrm>
      </p:grpSpPr>
      <p:sp>
        <p:nvSpPr>
          <p:cNvPr id="1048695" name="Title 9"/>
          <p:cNvSpPr>
            <a:spLocks noGrp="1"/>
          </p:cNvSpPr>
          <p:nvPr>
            <p:ph type="title"/>
          </p:nvPr>
        </p:nvSpPr>
        <p:spPr/>
        <p:txBody>
          <a:bodyPr/>
          <a:p>
            <a:r>
              <a:rPr lang="en-US"/>
              <a:t>Click to edit Master title style</a:t>
            </a:r>
            <a:endParaRPr dirty="0" lang="en-US"/>
          </a:p>
        </p:txBody>
      </p:sp>
      <p:sp>
        <p:nvSpPr>
          <p:cNvPr id="1048696" name="Text Placeholder 2"/>
          <p:cNvSpPr>
            <a:spLocks noGrp="1"/>
          </p:cNvSpPr>
          <p:nvPr>
            <p:ph type="body" idx="1"/>
          </p:nvPr>
        </p:nvSpPr>
        <p:spPr>
          <a:xfrm>
            <a:off x="2939373" y="1972703"/>
            <a:ext cx="3992732" cy="576262"/>
          </a:xfrm>
        </p:spPr>
        <p:txBody>
          <a:bodyPr anchor="b">
            <a:noAutofit/>
          </a:bodyPr>
          <a:lstStyle>
            <a:lvl1pPr indent="0" marL="0">
              <a:buNone/>
              <a:defRPr b="0"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97" name="Content Placeholder 3"/>
          <p:cNvSpPr>
            <a:spLocks noGrp="1"/>
          </p:cNvSpPr>
          <p:nvPr>
            <p:ph sz="half" idx="2"/>
          </p:nvPr>
        </p:nvSpPr>
        <p:spPr>
          <a:xfrm>
            <a:off x="2589212" y="2548966"/>
            <a:ext cx="4342893" cy="3354060"/>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98" name="Text Placeholder 4"/>
          <p:cNvSpPr>
            <a:spLocks noGrp="1"/>
          </p:cNvSpPr>
          <p:nvPr>
            <p:ph type="body" sz="quarter" idx="3"/>
          </p:nvPr>
        </p:nvSpPr>
        <p:spPr>
          <a:xfrm>
            <a:off x="7506629" y="1969475"/>
            <a:ext cx="3999001" cy="576262"/>
          </a:xfrm>
        </p:spPr>
        <p:txBody>
          <a:bodyPr anchor="b">
            <a:noAutofit/>
          </a:bodyPr>
          <a:lstStyle>
            <a:lvl1pPr indent="0" marL="0">
              <a:buNone/>
              <a:defRPr b="0"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99" name="Content Placeholder 5"/>
          <p:cNvSpPr>
            <a:spLocks noGrp="1"/>
          </p:cNvSpPr>
          <p:nvPr>
            <p:ph sz="quarter" idx="4"/>
          </p:nvPr>
        </p:nvSpPr>
        <p:spPr>
          <a:xfrm>
            <a:off x="7166957" y="2545738"/>
            <a:ext cx="4338674" cy="3354060"/>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00" name="Date Placeholder 6"/>
          <p:cNvSpPr>
            <a:spLocks noGrp="1"/>
          </p:cNvSpPr>
          <p:nvPr>
            <p:ph type="dt" sz="half" idx="10"/>
          </p:nvPr>
        </p:nvSpPr>
        <p:spPr/>
        <p:txBody>
          <a:bodyPr/>
          <a:p>
            <a:fld id="{066D8897-9C89-47D5-B9E4-B3B1370E51D5}" type="datetimeFigureOut">
              <a:rPr lang="en-IN" smtClean="0"/>
              <a:t>31-05-2026</a:t>
            </a:fld>
            <a:endParaRPr lang="en-IN"/>
          </a:p>
        </p:txBody>
      </p:sp>
      <p:sp>
        <p:nvSpPr>
          <p:cNvPr id="1048701" name="Footer Placeholder 7"/>
          <p:cNvSpPr>
            <a:spLocks noGrp="1"/>
          </p:cNvSpPr>
          <p:nvPr>
            <p:ph type="ftr" sz="quarter" idx="11"/>
          </p:nvPr>
        </p:nvSpPr>
        <p:spPr/>
        <p:txBody>
          <a:bodyPr/>
          <a:p>
            <a:endParaRPr lang="en-IN"/>
          </a:p>
        </p:txBody>
      </p:sp>
      <p:sp>
        <p:nvSpPr>
          <p:cNvPr id="1048702"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03" name="Slide Number Placeholder 5"/>
          <p:cNvSpPr>
            <a:spLocks noGrp="1"/>
          </p:cNvSpPr>
          <p:nvPr>
            <p:ph type="sldNum" sz="quarter" idx="12"/>
          </p:nvPr>
        </p:nvSpPr>
        <p:spPr>
          <a:xfrm>
            <a:off x="531812" y="787782"/>
            <a:ext cx="779767" cy="365125"/>
          </a:xfrm>
        </p:spPr>
        <p:txBody>
          <a:bodyPr/>
          <a:p>
            <a:fld id="{9FF90410-E706-4838-9FC5-B8A998071AC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4" name=""/>
        <p:cNvGrpSpPr/>
        <p:nvPr/>
      </p:nvGrpSpPr>
      <p:grpSpPr>
        <a:xfrm>
          <a:off x="0" y="0"/>
          <a:ext cx="0" cy="0"/>
          <a:chOff x="0" y="0"/>
          <a:chExt cx="0" cy="0"/>
        </a:xfrm>
      </p:grpSpPr>
      <p:sp>
        <p:nvSpPr>
          <p:cNvPr id="1048623" name="Title 1"/>
          <p:cNvSpPr>
            <a:spLocks noGrp="1"/>
          </p:cNvSpPr>
          <p:nvPr>
            <p:ph type="title"/>
          </p:nvPr>
        </p:nvSpPr>
        <p:spPr/>
        <p:txBody>
          <a:bodyPr/>
          <a:p>
            <a:r>
              <a:rPr lang="en-US"/>
              <a:t>Click to edit Master title style</a:t>
            </a:r>
            <a:endParaRPr dirty="0" lang="en-US"/>
          </a:p>
        </p:txBody>
      </p:sp>
      <p:sp>
        <p:nvSpPr>
          <p:cNvPr id="1048624" name="Date Placeholder 2"/>
          <p:cNvSpPr>
            <a:spLocks noGrp="1"/>
          </p:cNvSpPr>
          <p:nvPr>
            <p:ph type="dt" sz="half" idx="10"/>
          </p:nvPr>
        </p:nvSpPr>
        <p:spPr/>
        <p:txBody>
          <a:bodyPr/>
          <a:p>
            <a:fld id="{066D8897-9C89-47D5-B9E4-B3B1370E51D5}" type="datetimeFigureOut">
              <a:rPr lang="en-IN" smtClean="0"/>
              <a:t>31-05-2026</a:t>
            </a:fld>
            <a:endParaRPr lang="en-IN"/>
          </a:p>
        </p:txBody>
      </p:sp>
      <p:sp>
        <p:nvSpPr>
          <p:cNvPr id="1048625" name="Footer Placeholder 3"/>
          <p:cNvSpPr>
            <a:spLocks noGrp="1"/>
          </p:cNvSpPr>
          <p:nvPr>
            <p:ph type="ftr" sz="quarter" idx="11"/>
          </p:nvPr>
        </p:nvSpPr>
        <p:spPr/>
        <p:txBody>
          <a:bodyPr/>
          <a:p>
            <a:endParaRPr lang="en-IN"/>
          </a:p>
        </p:txBody>
      </p:sp>
      <p:sp>
        <p:nvSpPr>
          <p:cNvPr id="1048626"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27" name="Slide Number Placeholder 4"/>
          <p:cNvSpPr>
            <a:spLocks noGrp="1"/>
          </p:cNvSpPr>
          <p:nvPr>
            <p:ph type="sldNum" sz="quarter" idx="12"/>
          </p:nvPr>
        </p:nvSpPr>
        <p:spPr/>
        <p:txBody>
          <a:bodyPr/>
          <a:p>
            <a:fld id="{9FF90410-E706-4838-9FC5-B8A998071AC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7" name=""/>
        <p:cNvGrpSpPr/>
        <p:nvPr/>
      </p:nvGrpSpPr>
      <p:grpSpPr>
        <a:xfrm>
          <a:off x="0" y="0"/>
          <a:ext cx="0" cy="0"/>
          <a:chOff x="0" y="0"/>
          <a:chExt cx="0" cy="0"/>
        </a:xfrm>
      </p:grpSpPr>
      <p:sp>
        <p:nvSpPr>
          <p:cNvPr id="1048645" name="Date Placeholder 1"/>
          <p:cNvSpPr>
            <a:spLocks noGrp="1"/>
          </p:cNvSpPr>
          <p:nvPr>
            <p:ph type="dt" sz="half" idx="10"/>
          </p:nvPr>
        </p:nvSpPr>
        <p:spPr/>
        <p:txBody>
          <a:bodyPr/>
          <a:p>
            <a:fld id="{066D8897-9C89-47D5-B9E4-B3B1370E51D5}" type="datetimeFigureOut">
              <a:rPr lang="en-IN" smtClean="0"/>
              <a:t>31-05-2026</a:t>
            </a:fld>
            <a:endParaRPr lang="en-IN"/>
          </a:p>
        </p:txBody>
      </p:sp>
      <p:sp>
        <p:nvSpPr>
          <p:cNvPr id="1048646" name="Footer Placeholder 2"/>
          <p:cNvSpPr>
            <a:spLocks noGrp="1"/>
          </p:cNvSpPr>
          <p:nvPr>
            <p:ph type="ftr" sz="quarter" idx="11"/>
          </p:nvPr>
        </p:nvSpPr>
        <p:spPr/>
        <p:txBody>
          <a:bodyPr/>
          <a:p>
            <a:endParaRPr lang="en-IN"/>
          </a:p>
        </p:txBody>
      </p:sp>
      <p:sp>
        <p:nvSpPr>
          <p:cNvPr id="1048647"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48" name="Slide Number Placeholder 3"/>
          <p:cNvSpPr>
            <a:spLocks noGrp="1"/>
          </p:cNvSpPr>
          <p:nvPr>
            <p:ph type="sldNum" sz="quarter" idx="12"/>
          </p:nvPr>
        </p:nvSpPr>
        <p:spPr/>
        <p:txBody>
          <a:bodyPr/>
          <a:p>
            <a:fld id="{9FF90410-E706-4838-9FC5-B8A998071AC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75" name=""/>
        <p:cNvGrpSpPr/>
        <p:nvPr/>
      </p:nvGrpSpPr>
      <p:grpSpPr>
        <a:xfrm>
          <a:off x="0" y="0"/>
          <a:ext cx="0" cy="0"/>
          <a:chOff x="0" y="0"/>
          <a:chExt cx="0" cy="0"/>
        </a:xfrm>
      </p:grpSpPr>
      <p:sp>
        <p:nvSpPr>
          <p:cNvPr id="1048730" name="Title 1"/>
          <p:cNvSpPr>
            <a:spLocks noGrp="1"/>
          </p:cNvSpPr>
          <p:nvPr>
            <p:ph type="title"/>
          </p:nvPr>
        </p:nvSpPr>
        <p:spPr>
          <a:xfrm>
            <a:off x="2589212" y="446088"/>
            <a:ext cx="3505199" cy="976312"/>
          </a:xfrm>
        </p:spPr>
        <p:txBody>
          <a:bodyPr anchor="b"/>
          <a:lstStyle>
            <a:lvl1pPr algn="l">
              <a:defRPr b="0" sz="2000"/>
            </a:lvl1pPr>
          </a:lstStyle>
          <a:p>
            <a:r>
              <a:rPr lang="en-US"/>
              <a:t>Click to edit Master title style</a:t>
            </a:r>
            <a:endParaRPr dirty="0" lang="en-US"/>
          </a:p>
        </p:txBody>
      </p:sp>
      <p:sp>
        <p:nvSpPr>
          <p:cNvPr id="1048731" name="Content Placeholder 2"/>
          <p:cNvSpPr>
            <a:spLocks noGrp="1"/>
          </p:cNvSpPr>
          <p:nvPr>
            <p:ph idx="1"/>
          </p:nvPr>
        </p:nvSpPr>
        <p:spPr>
          <a:xfrm>
            <a:off x="6323012" y="446088"/>
            <a:ext cx="5181600" cy="5414963"/>
          </a:xfrm>
        </p:spPr>
        <p:txBody>
          <a:bodyPr anchor="ct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32" name="Text Placeholder 3"/>
          <p:cNvSpPr>
            <a:spLocks noGrp="1"/>
          </p:cNvSpPr>
          <p:nvPr>
            <p:ph type="body" sz="half" idx="2"/>
          </p:nvPr>
        </p:nvSpPr>
        <p:spPr>
          <a:xfrm>
            <a:off x="2589212" y="1598613"/>
            <a:ext cx="3505199" cy="4262436"/>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33" name="Date Placeholder 4"/>
          <p:cNvSpPr>
            <a:spLocks noGrp="1"/>
          </p:cNvSpPr>
          <p:nvPr>
            <p:ph type="dt" sz="half" idx="10"/>
          </p:nvPr>
        </p:nvSpPr>
        <p:spPr/>
        <p:txBody>
          <a:bodyPr/>
          <a:p>
            <a:fld id="{066D8897-9C89-47D5-B9E4-B3B1370E51D5}" type="datetimeFigureOut">
              <a:rPr lang="en-IN" smtClean="0"/>
              <a:t>31-05-2026</a:t>
            </a:fld>
            <a:endParaRPr lang="en-IN"/>
          </a:p>
        </p:txBody>
      </p:sp>
      <p:sp>
        <p:nvSpPr>
          <p:cNvPr id="1048734" name="Footer Placeholder 5"/>
          <p:cNvSpPr>
            <a:spLocks noGrp="1"/>
          </p:cNvSpPr>
          <p:nvPr>
            <p:ph type="ftr" sz="quarter" idx="11"/>
          </p:nvPr>
        </p:nvSpPr>
        <p:spPr/>
        <p:txBody>
          <a:bodyPr/>
          <a:p>
            <a:endParaRPr lang="en-IN"/>
          </a:p>
        </p:txBody>
      </p:sp>
      <p:sp>
        <p:nvSpPr>
          <p:cNvPr id="1048735"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36" name="Slide Number Placeholder 6"/>
          <p:cNvSpPr>
            <a:spLocks noGrp="1"/>
          </p:cNvSpPr>
          <p:nvPr>
            <p:ph type="sldNum" sz="quarter" idx="12"/>
          </p:nvPr>
        </p:nvSpPr>
        <p:spPr/>
        <p:txBody>
          <a:bodyPr/>
          <a:p>
            <a:fld id="{9FF90410-E706-4838-9FC5-B8A998071AC5}"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67" name=""/>
        <p:cNvGrpSpPr/>
        <p:nvPr/>
      </p:nvGrpSpPr>
      <p:grpSpPr>
        <a:xfrm>
          <a:off x="0" y="0"/>
          <a:ext cx="0" cy="0"/>
          <a:chOff x="0" y="0"/>
          <a:chExt cx="0" cy="0"/>
        </a:xfrm>
      </p:grpSpPr>
      <p:sp>
        <p:nvSpPr>
          <p:cNvPr id="1048676" name="Title 1"/>
          <p:cNvSpPr>
            <a:spLocks noGrp="1"/>
          </p:cNvSpPr>
          <p:nvPr>
            <p:ph type="title"/>
          </p:nvPr>
        </p:nvSpPr>
        <p:spPr>
          <a:xfrm>
            <a:off x="2589213" y="4800600"/>
            <a:ext cx="8915400" cy="566738"/>
          </a:xfrm>
        </p:spPr>
        <p:txBody>
          <a:bodyPr anchor="b">
            <a:normAutofit/>
          </a:bodyPr>
          <a:lstStyle>
            <a:lvl1pPr algn="l">
              <a:defRPr b="0" sz="2400"/>
            </a:lvl1pPr>
          </a:lstStyle>
          <a:p>
            <a:r>
              <a:rPr lang="en-US"/>
              <a:t>Click to edit Master title style</a:t>
            </a:r>
            <a:endParaRPr dirty="0" lang="en-US"/>
          </a:p>
        </p:txBody>
      </p:sp>
      <p:sp>
        <p:nvSpPr>
          <p:cNvPr id="1048677" name="Picture Placeholder 2"/>
          <p:cNvSpPr>
            <a:spLocks noChangeAspect="1" noGrp="1"/>
          </p:cNvSpPr>
          <p:nvPr>
            <p:ph type="pic" idx="1"/>
          </p:nvPr>
        </p:nvSpPr>
        <p:spPr>
          <a:xfrm>
            <a:off x="2589212" y="634965"/>
            <a:ext cx="8915400" cy="3854970"/>
          </a:xfrm>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lang="en-US"/>
              <a:t>Click icon to add picture</a:t>
            </a:r>
            <a:endParaRPr dirty="0" lang="en-US"/>
          </a:p>
        </p:txBody>
      </p:sp>
      <p:sp>
        <p:nvSpPr>
          <p:cNvPr id="1048678" name="Text Placeholder 3"/>
          <p:cNvSpPr>
            <a:spLocks noGrp="1"/>
          </p:cNvSpPr>
          <p:nvPr>
            <p:ph type="body" sz="half" idx="2"/>
          </p:nvPr>
        </p:nvSpPr>
        <p:spPr>
          <a:xfrm>
            <a:off x="2589213" y="5367338"/>
            <a:ext cx="8915400" cy="493712"/>
          </a:xfrm>
        </p:spPr>
        <p:txBody>
          <a:bodyPr>
            <a:normAutofit/>
          </a:bodyPr>
          <a:lstStyle>
            <a:lvl1pPr indent="0" marL="0">
              <a:buNone/>
              <a:defRPr sz="12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79" name="Date Placeholder 4"/>
          <p:cNvSpPr>
            <a:spLocks noGrp="1"/>
          </p:cNvSpPr>
          <p:nvPr>
            <p:ph type="dt" sz="half" idx="10"/>
          </p:nvPr>
        </p:nvSpPr>
        <p:spPr/>
        <p:txBody>
          <a:bodyPr/>
          <a:p>
            <a:fld id="{066D8897-9C89-47D5-B9E4-B3B1370E51D5}" type="datetimeFigureOut">
              <a:rPr lang="en-IN" smtClean="0"/>
              <a:t>31-05-2026</a:t>
            </a:fld>
            <a:endParaRPr lang="en-IN"/>
          </a:p>
        </p:txBody>
      </p:sp>
      <p:sp>
        <p:nvSpPr>
          <p:cNvPr id="1048680" name="Footer Placeholder 5"/>
          <p:cNvSpPr>
            <a:spLocks noGrp="1"/>
          </p:cNvSpPr>
          <p:nvPr>
            <p:ph type="ftr" sz="quarter" idx="11"/>
          </p:nvPr>
        </p:nvSpPr>
        <p:spPr/>
        <p:txBody>
          <a:bodyPr/>
          <a:p>
            <a:endParaRPr lang="en-IN"/>
          </a:p>
        </p:txBody>
      </p:sp>
      <p:sp>
        <p:nvSpPr>
          <p:cNvPr id="1048681" name="Freeform 11"/>
          <p:cNvSpPr/>
          <p:nvPr/>
        </p:nvSpPr>
        <p:spPr bwMode="auto">
          <a:xfrm flipV="1">
            <a:off x="-4189" y="491172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82" name="Slide Number Placeholder 6"/>
          <p:cNvSpPr>
            <a:spLocks noGrp="1"/>
          </p:cNvSpPr>
          <p:nvPr>
            <p:ph type="sldNum" sz="quarter" idx="12"/>
          </p:nvPr>
        </p:nvSpPr>
        <p:spPr>
          <a:xfrm>
            <a:off x="531812" y="4983087"/>
            <a:ext cx="779767" cy="365125"/>
          </a:xfrm>
        </p:spPr>
        <p:txBody>
          <a:bodyPr/>
          <a:p>
            <a:fld id="{9FF90410-E706-4838-9FC5-B8A998071AC5}"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72" name=""/>
        <p:cNvGrpSpPr/>
        <p:nvPr/>
      </p:nvGrpSpPr>
      <p:grpSpPr>
        <a:xfrm>
          <a:off x="0" y="0"/>
          <a:ext cx="0" cy="0"/>
          <a:chOff x="0" y="0"/>
          <a:chExt cx="0" cy="0"/>
        </a:xfrm>
      </p:grpSpPr>
      <p:sp>
        <p:nvSpPr>
          <p:cNvPr id="1048710" name="Title 1"/>
          <p:cNvSpPr>
            <a:spLocks noGrp="1"/>
          </p:cNvSpPr>
          <p:nvPr>
            <p:ph type="title"/>
          </p:nvPr>
        </p:nvSpPr>
        <p:spPr>
          <a:xfrm>
            <a:off x="2589212" y="609600"/>
            <a:ext cx="8915399" cy="3117040"/>
          </a:xfrm>
        </p:spPr>
        <p:txBody>
          <a:bodyPr anchor="ctr">
            <a:normAutofit/>
          </a:bodyPr>
          <a:lstStyle>
            <a:lvl1pPr algn="l">
              <a:defRPr b="0" cap="none" sz="4800"/>
            </a:lvl1pPr>
          </a:lstStyle>
          <a:p>
            <a:r>
              <a:rPr lang="en-US"/>
              <a:t>Click to edit Master title style</a:t>
            </a:r>
            <a:endParaRPr dirty="0" lang="en-US"/>
          </a:p>
        </p:txBody>
      </p:sp>
      <p:sp>
        <p:nvSpPr>
          <p:cNvPr id="1048711" name="Text Placeholder 2"/>
          <p:cNvSpPr>
            <a:spLocks noGrp="1"/>
          </p:cNvSpPr>
          <p:nvPr>
            <p:ph type="body" idx="1"/>
          </p:nvPr>
        </p:nvSpPr>
        <p:spPr>
          <a:xfrm>
            <a:off x="2589212" y="4354046"/>
            <a:ext cx="8915399" cy="1555864"/>
          </a:xfrm>
        </p:spPr>
        <p:txBody>
          <a:bodyPr anchor="ctr">
            <a:normAutofit/>
          </a:bodyPr>
          <a:lstStyle>
            <a:lvl1pPr algn="l" indent="0" marL="0">
              <a:buNone/>
              <a:defRPr sz="1800">
                <a:solidFill>
                  <a:schemeClr val="tx1">
                    <a:lumMod val="65000"/>
                    <a:lumOff val="3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712" name="Date Placeholder 3"/>
          <p:cNvSpPr>
            <a:spLocks noGrp="1"/>
          </p:cNvSpPr>
          <p:nvPr>
            <p:ph type="dt" sz="half" idx="10"/>
          </p:nvPr>
        </p:nvSpPr>
        <p:spPr/>
        <p:txBody>
          <a:bodyPr/>
          <a:p>
            <a:fld id="{066D8897-9C89-47D5-B9E4-B3B1370E51D5}" type="datetimeFigureOut">
              <a:rPr lang="en-IN" smtClean="0"/>
              <a:t>31-05-2026</a:t>
            </a:fld>
            <a:endParaRPr lang="en-IN"/>
          </a:p>
        </p:txBody>
      </p:sp>
      <p:sp>
        <p:nvSpPr>
          <p:cNvPr id="1048713" name="Footer Placeholder 4"/>
          <p:cNvSpPr>
            <a:spLocks noGrp="1"/>
          </p:cNvSpPr>
          <p:nvPr>
            <p:ph type="ftr" sz="quarter" idx="11"/>
          </p:nvPr>
        </p:nvSpPr>
        <p:spPr/>
        <p:txBody>
          <a:bodyPr/>
          <a:p>
            <a:endParaRPr lang="en-IN"/>
          </a:p>
        </p:txBody>
      </p:sp>
      <p:sp>
        <p:nvSpPr>
          <p:cNvPr id="1048714" name="Freeform 11"/>
          <p:cNvSpPr/>
          <p:nvPr/>
        </p:nvSpPr>
        <p:spPr bwMode="auto">
          <a:xfrm flipV="1">
            <a:off x="-4189" y="31781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15" name="Slide Number Placeholder 5"/>
          <p:cNvSpPr>
            <a:spLocks noGrp="1"/>
          </p:cNvSpPr>
          <p:nvPr>
            <p:ph type="sldNum" sz="quarter" idx="12"/>
          </p:nvPr>
        </p:nvSpPr>
        <p:spPr>
          <a:xfrm>
            <a:off x="531812" y="3244139"/>
            <a:ext cx="779767" cy="365125"/>
          </a:xfrm>
        </p:spPr>
        <p:txBody>
          <a:bodyPr/>
          <a:p>
            <a:fld id="{9FF90410-E706-4838-9FC5-B8A998071AC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66" name=""/>
        <p:cNvGrpSpPr/>
        <p:nvPr/>
      </p:nvGrpSpPr>
      <p:grpSpPr>
        <a:xfrm>
          <a:off x="0" y="0"/>
          <a:ext cx="0" cy="0"/>
          <a:chOff x="0" y="0"/>
          <a:chExt cx="0" cy="0"/>
        </a:xfrm>
      </p:grpSpPr>
      <p:sp>
        <p:nvSpPr>
          <p:cNvPr id="1048667" name="Title 1"/>
          <p:cNvSpPr>
            <a:spLocks noGrp="1"/>
          </p:cNvSpPr>
          <p:nvPr>
            <p:ph type="title"/>
          </p:nvPr>
        </p:nvSpPr>
        <p:spPr>
          <a:xfrm>
            <a:off x="2849949" y="609600"/>
            <a:ext cx="8393926" cy="2895600"/>
          </a:xfrm>
        </p:spPr>
        <p:txBody>
          <a:bodyPr anchor="ctr">
            <a:normAutofit/>
          </a:bodyPr>
          <a:lstStyle>
            <a:lvl1pPr algn="l">
              <a:defRPr b="0" cap="none" sz="4800"/>
            </a:lvl1pPr>
          </a:lstStyle>
          <a:p>
            <a:r>
              <a:rPr lang="en-US"/>
              <a:t>Click to edit Master title style</a:t>
            </a:r>
            <a:endParaRPr dirty="0" lang="en-US"/>
          </a:p>
        </p:txBody>
      </p:sp>
      <p:sp>
        <p:nvSpPr>
          <p:cNvPr id="1048668" name="Text Placeholder 9"/>
          <p:cNvSpPr>
            <a:spLocks noGrp="1"/>
          </p:cNvSpPr>
          <p:nvPr>
            <p:ph type="body" sz="quarter" idx="13"/>
          </p:nvPr>
        </p:nvSpPr>
        <p:spPr>
          <a:xfrm>
            <a:off x="3275012" y="3505200"/>
            <a:ext cx="7536554" cy="381000"/>
          </a:xfrm>
        </p:spPr>
        <p:txBody>
          <a:bodyPr anchor="ctr">
            <a:noAutofit/>
          </a:bodyPr>
          <a:lstStyle>
            <a:lvl1pPr indent="0" marL="0">
              <a:buFontTx/>
              <a:buNone/>
              <a:defRPr sz="1600">
                <a:solidFill>
                  <a:schemeClr val="tx1">
                    <a:lumMod val="50000"/>
                    <a:lumOff val="50000"/>
                  </a:schemeClr>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a:t>Click to edit Master text styles</a:t>
            </a:r>
          </a:p>
        </p:txBody>
      </p:sp>
      <p:sp>
        <p:nvSpPr>
          <p:cNvPr id="1048669" name="Text Placeholder 2"/>
          <p:cNvSpPr>
            <a:spLocks noGrp="1"/>
          </p:cNvSpPr>
          <p:nvPr>
            <p:ph type="body" idx="1"/>
          </p:nvPr>
        </p:nvSpPr>
        <p:spPr>
          <a:xfrm>
            <a:off x="2589212" y="4354046"/>
            <a:ext cx="8915399" cy="1555864"/>
          </a:xfrm>
        </p:spPr>
        <p:txBody>
          <a:bodyPr anchor="ctr">
            <a:normAutofit/>
          </a:bodyPr>
          <a:lstStyle>
            <a:lvl1pPr algn="l" indent="0" marL="0">
              <a:buNone/>
              <a:defRPr sz="1800">
                <a:solidFill>
                  <a:schemeClr val="tx1">
                    <a:lumMod val="65000"/>
                    <a:lumOff val="3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70" name="Date Placeholder 3"/>
          <p:cNvSpPr>
            <a:spLocks noGrp="1"/>
          </p:cNvSpPr>
          <p:nvPr>
            <p:ph type="dt" sz="half" idx="10"/>
          </p:nvPr>
        </p:nvSpPr>
        <p:spPr/>
        <p:txBody>
          <a:bodyPr/>
          <a:p>
            <a:fld id="{066D8897-9C89-47D5-B9E4-B3B1370E51D5}" type="datetimeFigureOut">
              <a:rPr lang="en-IN" smtClean="0"/>
              <a:t>31-05-2026</a:t>
            </a:fld>
            <a:endParaRPr lang="en-IN"/>
          </a:p>
        </p:txBody>
      </p:sp>
      <p:sp>
        <p:nvSpPr>
          <p:cNvPr id="1048671" name="Footer Placeholder 4"/>
          <p:cNvSpPr>
            <a:spLocks noGrp="1"/>
          </p:cNvSpPr>
          <p:nvPr>
            <p:ph type="ftr" sz="quarter" idx="11"/>
          </p:nvPr>
        </p:nvSpPr>
        <p:spPr/>
        <p:txBody>
          <a:bodyPr/>
          <a:p>
            <a:endParaRPr lang="en-IN"/>
          </a:p>
        </p:txBody>
      </p:sp>
      <p:sp>
        <p:nvSpPr>
          <p:cNvPr id="1048672" name="Freeform 11"/>
          <p:cNvSpPr/>
          <p:nvPr/>
        </p:nvSpPr>
        <p:spPr bwMode="auto">
          <a:xfrm flipV="1">
            <a:off x="-4189" y="31781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73" name="Slide Number Placeholder 5"/>
          <p:cNvSpPr>
            <a:spLocks noGrp="1"/>
          </p:cNvSpPr>
          <p:nvPr>
            <p:ph type="sldNum" sz="quarter" idx="12"/>
          </p:nvPr>
        </p:nvSpPr>
        <p:spPr>
          <a:xfrm>
            <a:off x="531812" y="3244139"/>
            <a:ext cx="779767" cy="365125"/>
          </a:xfrm>
        </p:spPr>
        <p:txBody>
          <a:bodyPr/>
          <a:p>
            <a:fld id="{9FF90410-E706-4838-9FC5-B8A998071AC5}" type="slidenum">
              <a:rPr lang="en-IN" smtClean="0"/>
              <a:t>‹#›</a:t>
            </a:fld>
            <a:endParaRPr lang="en-IN"/>
          </a:p>
        </p:txBody>
      </p:sp>
      <p:sp>
        <p:nvSpPr>
          <p:cNvPr id="1048674" name="TextBox 13"/>
          <p:cNvSpPr txBox="1"/>
          <p:nvPr/>
        </p:nvSpPr>
        <p:spPr>
          <a:xfrm>
            <a:off x="2467652" y="648005"/>
            <a:ext cx="609600" cy="584776"/>
          </a:xfrm>
          <a:prstGeom prst="rect"/>
        </p:spPr>
        <p:txBody>
          <a:bodyPr anchor="ctr" bIns="45720" lIns="91440" rIns="91440" rtlCol="0" tIns="45720" vert="horz">
            <a:noAutofit/>
          </a:bodyPr>
          <a:p>
            <a:pPr lvl="0"/>
            <a:r>
              <a:rPr baseline="0" dirty="0" sz="8000" lang="en-US">
                <a:ln w="3175" cmpd="sng">
                  <a:noFill/>
                </a:ln>
                <a:solidFill>
                  <a:schemeClr val="accent1"/>
                </a:solidFill>
                <a:effectLst/>
                <a:latin typeface="Arial"/>
              </a:rPr>
              <a:t>“</a:t>
            </a:r>
          </a:p>
        </p:txBody>
      </p:sp>
      <p:sp>
        <p:nvSpPr>
          <p:cNvPr id="1048675" name="TextBox 14"/>
          <p:cNvSpPr txBox="1"/>
          <p:nvPr/>
        </p:nvSpPr>
        <p:spPr>
          <a:xfrm>
            <a:off x="11114852" y="2905306"/>
            <a:ext cx="609600" cy="584776"/>
          </a:xfrm>
          <a:prstGeom prst="rect"/>
        </p:spPr>
        <p:txBody>
          <a:bodyPr anchor="ctr" bIns="45720" lIns="91440" rIns="91440" rtlCol="0" tIns="45720" vert="horz">
            <a:noAutofit/>
          </a:bodyPr>
          <a:p>
            <a:pPr lvl="0"/>
            <a:r>
              <a:rPr baseline="0" dirty="0" sz="8000" lang="en-US">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71" name=""/>
        <p:cNvGrpSpPr/>
        <p:nvPr/>
      </p:nvGrpSpPr>
      <p:grpSpPr>
        <a:xfrm>
          <a:off x="0" y="0"/>
          <a:ext cx="0" cy="0"/>
          <a:chOff x="0" y="0"/>
          <a:chExt cx="0" cy="0"/>
        </a:xfrm>
      </p:grpSpPr>
      <p:sp>
        <p:nvSpPr>
          <p:cNvPr id="1048704" name="Title 1"/>
          <p:cNvSpPr>
            <a:spLocks noGrp="1"/>
          </p:cNvSpPr>
          <p:nvPr>
            <p:ph type="title"/>
          </p:nvPr>
        </p:nvSpPr>
        <p:spPr>
          <a:xfrm>
            <a:off x="2589213" y="2438400"/>
            <a:ext cx="8915400" cy="2724845"/>
          </a:xfrm>
        </p:spPr>
        <p:txBody>
          <a:bodyPr anchor="b">
            <a:normAutofit/>
          </a:bodyPr>
          <a:lstStyle>
            <a:lvl1pPr algn="l">
              <a:defRPr b="0" sz="4800"/>
            </a:lvl1pPr>
          </a:lstStyle>
          <a:p>
            <a:r>
              <a:rPr lang="en-US"/>
              <a:t>Click to edit Master title style</a:t>
            </a:r>
            <a:endParaRPr dirty="0" lang="en-US"/>
          </a:p>
        </p:txBody>
      </p:sp>
      <p:sp>
        <p:nvSpPr>
          <p:cNvPr id="1048705" name="Text Placeholder 3"/>
          <p:cNvSpPr>
            <a:spLocks noGrp="1"/>
          </p:cNvSpPr>
          <p:nvPr>
            <p:ph type="body" sz="half" idx="2"/>
          </p:nvPr>
        </p:nvSpPr>
        <p:spPr>
          <a:xfrm>
            <a:off x="2589213" y="5181600"/>
            <a:ext cx="8915400" cy="729622"/>
          </a:xfrm>
        </p:spPr>
        <p:txBody>
          <a:bodyPr anchor="t" bIns="45720" lIns="91440" rIns="91440" rtlCol="0" tIns="45720" vert="horz">
            <a:normAutofit/>
          </a:bodyPr>
          <a:lstStyle>
            <a:lvl1pPr>
              <a:buNone/>
              <a:defRPr lang="en-US">
                <a:solidFill>
                  <a:schemeClr val="tx1">
                    <a:lumMod val="65000"/>
                    <a:lumOff val="35000"/>
                  </a:schemeClr>
                </a:solidFill>
              </a:defRPr>
            </a:lvl1pPr>
          </a:lstStyle>
          <a:p>
            <a:pPr indent="0" lvl="0" marL="0">
              <a:buNone/>
            </a:pPr>
            <a:r>
              <a:rPr lang="en-US"/>
              <a:t>Click to edit Master text styles</a:t>
            </a:r>
          </a:p>
        </p:txBody>
      </p:sp>
      <p:sp>
        <p:nvSpPr>
          <p:cNvPr id="1048706" name="Date Placeholder 4"/>
          <p:cNvSpPr>
            <a:spLocks noGrp="1"/>
          </p:cNvSpPr>
          <p:nvPr>
            <p:ph type="dt" sz="half" idx="10"/>
          </p:nvPr>
        </p:nvSpPr>
        <p:spPr/>
        <p:txBody>
          <a:bodyPr/>
          <a:p>
            <a:fld id="{066D8897-9C89-47D5-B9E4-B3B1370E51D5}" type="datetimeFigureOut">
              <a:rPr lang="en-IN" smtClean="0"/>
              <a:t>31-05-2026</a:t>
            </a:fld>
            <a:endParaRPr lang="en-IN"/>
          </a:p>
        </p:txBody>
      </p:sp>
      <p:sp>
        <p:nvSpPr>
          <p:cNvPr id="1048707" name="Footer Placeholder 5"/>
          <p:cNvSpPr>
            <a:spLocks noGrp="1"/>
          </p:cNvSpPr>
          <p:nvPr>
            <p:ph type="ftr" sz="quarter" idx="11"/>
          </p:nvPr>
        </p:nvSpPr>
        <p:spPr/>
        <p:txBody>
          <a:bodyPr/>
          <a:p>
            <a:endParaRPr lang="en-IN"/>
          </a:p>
        </p:txBody>
      </p:sp>
      <p:sp>
        <p:nvSpPr>
          <p:cNvPr id="1048708" name="Freeform 11"/>
          <p:cNvSpPr/>
          <p:nvPr/>
        </p:nvSpPr>
        <p:spPr bwMode="auto">
          <a:xfrm flipV="1">
            <a:off x="-4189" y="491172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09" name="Slide Number Placeholder 6"/>
          <p:cNvSpPr>
            <a:spLocks noGrp="1"/>
          </p:cNvSpPr>
          <p:nvPr>
            <p:ph type="sldNum" sz="quarter" idx="12"/>
          </p:nvPr>
        </p:nvSpPr>
        <p:spPr>
          <a:xfrm>
            <a:off x="531812" y="4983087"/>
            <a:ext cx="779767" cy="365125"/>
          </a:xfrm>
        </p:spPr>
        <p:txBody>
          <a:bodyPr/>
          <a:p>
            <a:fld id="{9FF90410-E706-4838-9FC5-B8A998071AC5}"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65" name=""/>
        <p:cNvGrpSpPr/>
        <p:nvPr/>
      </p:nvGrpSpPr>
      <p:grpSpPr>
        <a:xfrm>
          <a:off x="0" y="0"/>
          <a:ext cx="0" cy="0"/>
          <a:chOff x="0" y="0"/>
          <a:chExt cx="0" cy="0"/>
        </a:xfrm>
      </p:grpSpPr>
      <p:sp>
        <p:nvSpPr>
          <p:cNvPr id="1048658" name="Title 1"/>
          <p:cNvSpPr>
            <a:spLocks noGrp="1"/>
          </p:cNvSpPr>
          <p:nvPr>
            <p:ph type="title"/>
          </p:nvPr>
        </p:nvSpPr>
        <p:spPr>
          <a:xfrm>
            <a:off x="2849949" y="609600"/>
            <a:ext cx="8393926" cy="2895600"/>
          </a:xfrm>
        </p:spPr>
        <p:txBody>
          <a:bodyPr anchor="ctr">
            <a:normAutofit/>
          </a:bodyPr>
          <a:lstStyle>
            <a:lvl1pPr algn="l">
              <a:defRPr b="0" cap="none" sz="4800"/>
            </a:lvl1pPr>
          </a:lstStyle>
          <a:p>
            <a:r>
              <a:rPr lang="en-US"/>
              <a:t>Click to edit Master title style</a:t>
            </a:r>
            <a:endParaRPr dirty="0" lang="en-US"/>
          </a:p>
        </p:txBody>
      </p:sp>
      <p:sp>
        <p:nvSpPr>
          <p:cNvPr id="1048659" name="Text Placeholder 9"/>
          <p:cNvSpPr>
            <a:spLocks noGrp="1"/>
          </p:cNvSpPr>
          <p:nvPr>
            <p:ph type="body" sz="quarter" idx="13"/>
          </p:nvPr>
        </p:nvSpPr>
        <p:spPr>
          <a:xfrm>
            <a:off x="2589212" y="4343400"/>
            <a:ext cx="8915400" cy="838200"/>
          </a:xfrm>
        </p:spPr>
        <p:txBody>
          <a:bodyPr anchor="b">
            <a:noAutofit/>
          </a:bodyPr>
          <a:lstStyle>
            <a:lvl1pPr indent="0" marL="0">
              <a:buFontTx/>
              <a:buNone/>
              <a:defRPr sz="2400">
                <a:solidFill>
                  <a:schemeClr val="accent1"/>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a:t>Click to edit Master text styles</a:t>
            </a:r>
          </a:p>
        </p:txBody>
      </p:sp>
      <p:sp>
        <p:nvSpPr>
          <p:cNvPr id="1048660" name="Text Placeholder 3"/>
          <p:cNvSpPr>
            <a:spLocks noGrp="1"/>
          </p:cNvSpPr>
          <p:nvPr>
            <p:ph type="body" sz="half" idx="2"/>
          </p:nvPr>
        </p:nvSpPr>
        <p:spPr>
          <a:xfrm>
            <a:off x="2589213" y="5181600"/>
            <a:ext cx="8915400" cy="729622"/>
          </a:xfrm>
        </p:spPr>
        <p:txBody>
          <a:bodyPr anchor="t" bIns="45720" lIns="91440" rIns="91440" rtlCol="0" tIns="45720" vert="horz">
            <a:normAutofit/>
          </a:bodyPr>
          <a:lstStyle>
            <a:lvl1pPr>
              <a:buNone/>
              <a:defRPr lang="en-US">
                <a:solidFill>
                  <a:schemeClr val="tx1">
                    <a:lumMod val="65000"/>
                    <a:lumOff val="35000"/>
                  </a:schemeClr>
                </a:solidFill>
              </a:defRPr>
            </a:lvl1pPr>
          </a:lstStyle>
          <a:p>
            <a:pPr indent="0" lvl="0" marL="0">
              <a:buNone/>
            </a:pPr>
            <a:r>
              <a:rPr lang="en-US"/>
              <a:t>Click to edit Master text styles</a:t>
            </a:r>
          </a:p>
        </p:txBody>
      </p:sp>
      <p:sp>
        <p:nvSpPr>
          <p:cNvPr id="1048661" name="Date Placeholder 4"/>
          <p:cNvSpPr>
            <a:spLocks noGrp="1"/>
          </p:cNvSpPr>
          <p:nvPr>
            <p:ph type="dt" sz="half" idx="10"/>
          </p:nvPr>
        </p:nvSpPr>
        <p:spPr/>
        <p:txBody>
          <a:bodyPr/>
          <a:p>
            <a:fld id="{066D8897-9C89-47D5-B9E4-B3B1370E51D5}" type="datetimeFigureOut">
              <a:rPr lang="en-IN" smtClean="0"/>
              <a:t>31-05-2026</a:t>
            </a:fld>
            <a:endParaRPr lang="en-IN"/>
          </a:p>
        </p:txBody>
      </p:sp>
      <p:sp>
        <p:nvSpPr>
          <p:cNvPr id="1048662" name="Footer Placeholder 5"/>
          <p:cNvSpPr>
            <a:spLocks noGrp="1"/>
          </p:cNvSpPr>
          <p:nvPr>
            <p:ph type="ftr" sz="quarter" idx="11"/>
          </p:nvPr>
        </p:nvSpPr>
        <p:spPr/>
        <p:txBody>
          <a:bodyPr/>
          <a:p>
            <a:endParaRPr lang="en-IN"/>
          </a:p>
        </p:txBody>
      </p:sp>
      <p:sp>
        <p:nvSpPr>
          <p:cNvPr id="1048663" name="Freeform 11"/>
          <p:cNvSpPr/>
          <p:nvPr/>
        </p:nvSpPr>
        <p:spPr bwMode="auto">
          <a:xfrm flipV="1">
            <a:off x="-4189" y="491172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64" name="Slide Number Placeholder 6"/>
          <p:cNvSpPr>
            <a:spLocks noGrp="1"/>
          </p:cNvSpPr>
          <p:nvPr>
            <p:ph type="sldNum" sz="quarter" idx="12"/>
          </p:nvPr>
        </p:nvSpPr>
        <p:spPr>
          <a:xfrm>
            <a:off x="531812" y="4983087"/>
            <a:ext cx="779767" cy="365125"/>
          </a:xfrm>
        </p:spPr>
        <p:txBody>
          <a:bodyPr/>
          <a:p>
            <a:fld id="{9FF90410-E706-4838-9FC5-B8A998071AC5}" type="slidenum">
              <a:rPr lang="en-IN" smtClean="0"/>
              <a:t>‹#›</a:t>
            </a:fld>
            <a:endParaRPr lang="en-IN"/>
          </a:p>
        </p:txBody>
      </p:sp>
      <p:sp>
        <p:nvSpPr>
          <p:cNvPr id="1048665" name="TextBox 16"/>
          <p:cNvSpPr txBox="1"/>
          <p:nvPr/>
        </p:nvSpPr>
        <p:spPr>
          <a:xfrm>
            <a:off x="2467652" y="648005"/>
            <a:ext cx="609600" cy="584776"/>
          </a:xfrm>
          <a:prstGeom prst="rect"/>
        </p:spPr>
        <p:txBody>
          <a:bodyPr anchor="ctr" bIns="45720" lIns="91440" rIns="91440" rtlCol="0" tIns="45720" vert="horz">
            <a:noAutofit/>
          </a:bodyPr>
          <a:p>
            <a:pPr lvl="0"/>
            <a:r>
              <a:rPr baseline="0" dirty="0" sz="8000" lang="en-US">
                <a:ln w="3175" cmpd="sng">
                  <a:noFill/>
                </a:ln>
                <a:solidFill>
                  <a:schemeClr val="accent1"/>
                </a:solidFill>
                <a:effectLst/>
                <a:latin typeface="Arial"/>
              </a:rPr>
              <a:t>“</a:t>
            </a:r>
          </a:p>
        </p:txBody>
      </p:sp>
      <p:sp>
        <p:nvSpPr>
          <p:cNvPr id="1048666" name="TextBox 17"/>
          <p:cNvSpPr txBox="1"/>
          <p:nvPr/>
        </p:nvSpPr>
        <p:spPr>
          <a:xfrm>
            <a:off x="11114852" y="2905306"/>
            <a:ext cx="609600" cy="584776"/>
          </a:xfrm>
          <a:prstGeom prst="rect"/>
        </p:spPr>
        <p:txBody>
          <a:bodyPr anchor="ctr" bIns="45720" lIns="91440" rIns="91440" rtlCol="0" tIns="45720" vert="horz">
            <a:noAutofit/>
          </a:bodyPr>
          <a:p>
            <a:pPr lvl="0"/>
            <a:r>
              <a:rPr baseline="0" dirty="0" sz="8000" lang="en-US">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74" name=""/>
        <p:cNvGrpSpPr/>
        <p:nvPr/>
      </p:nvGrpSpPr>
      <p:grpSpPr>
        <a:xfrm>
          <a:off x="0" y="0"/>
          <a:ext cx="0" cy="0"/>
          <a:chOff x="0" y="0"/>
          <a:chExt cx="0" cy="0"/>
        </a:xfrm>
      </p:grpSpPr>
      <p:sp>
        <p:nvSpPr>
          <p:cNvPr id="1048723" name="Title 1"/>
          <p:cNvSpPr>
            <a:spLocks noGrp="1"/>
          </p:cNvSpPr>
          <p:nvPr>
            <p:ph type="title"/>
          </p:nvPr>
        </p:nvSpPr>
        <p:spPr>
          <a:xfrm>
            <a:off x="2589212" y="627407"/>
            <a:ext cx="8915399" cy="2880020"/>
          </a:xfrm>
        </p:spPr>
        <p:txBody>
          <a:bodyPr anchor="ctr">
            <a:normAutofit/>
          </a:bodyPr>
          <a:lstStyle>
            <a:lvl1pPr algn="l">
              <a:defRPr b="0" sz="4800"/>
            </a:lvl1pPr>
          </a:lstStyle>
          <a:p>
            <a:r>
              <a:rPr lang="en-US"/>
              <a:t>Click to edit Master title style</a:t>
            </a:r>
            <a:endParaRPr dirty="0" lang="en-US"/>
          </a:p>
        </p:txBody>
      </p:sp>
      <p:sp>
        <p:nvSpPr>
          <p:cNvPr id="1048724" name="Text Placeholder 9"/>
          <p:cNvSpPr>
            <a:spLocks noGrp="1"/>
          </p:cNvSpPr>
          <p:nvPr>
            <p:ph type="body" sz="quarter" idx="13"/>
          </p:nvPr>
        </p:nvSpPr>
        <p:spPr>
          <a:xfrm>
            <a:off x="2589212" y="4343400"/>
            <a:ext cx="8915400" cy="838200"/>
          </a:xfrm>
        </p:spPr>
        <p:txBody>
          <a:bodyPr anchor="b">
            <a:noAutofit/>
          </a:bodyPr>
          <a:lstStyle>
            <a:lvl1pPr indent="0" marL="0">
              <a:buFontTx/>
              <a:buNone/>
              <a:defRPr sz="2400">
                <a:solidFill>
                  <a:schemeClr val="accent1"/>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a:t>Click to edit Master text styles</a:t>
            </a:r>
          </a:p>
        </p:txBody>
      </p:sp>
      <p:sp>
        <p:nvSpPr>
          <p:cNvPr id="1048725" name="Text Placeholder 3"/>
          <p:cNvSpPr>
            <a:spLocks noGrp="1"/>
          </p:cNvSpPr>
          <p:nvPr>
            <p:ph type="body" sz="half" idx="2"/>
          </p:nvPr>
        </p:nvSpPr>
        <p:spPr>
          <a:xfrm>
            <a:off x="2589213" y="5181600"/>
            <a:ext cx="8915400" cy="729622"/>
          </a:xfrm>
        </p:spPr>
        <p:txBody>
          <a:bodyPr anchor="t" bIns="45720" lIns="91440" rIns="91440" rtlCol="0" tIns="45720" vert="horz">
            <a:normAutofit/>
          </a:bodyPr>
          <a:lstStyle>
            <a:lvl1pPr>
              <a:buNone/>
              <a:defRPr lang="en-US">
                <a:solidFill>
                  <a:schemeClr val="tx1">
                    <a:lumMod val="65000"/>
                    <a:lumOff val="35000"/>
                  </a:schemeClr>
                </a:solidFill>
              </a:defRPr>
            </a:lvl1pPr>
          </a:lstStyle>
          <a:p>
            <a:pPr indent="0" lvl="0" marL="0">
              <a:buNone/>
            </a:pPr>
            <a:r>
              <a:rPr lang="en-US"/>
              <a:t>Click to edit Master text styles</a:t>
            </a:r>
          </a:p>
        </p:txBody>
      </p:sp>
      <p:sp>
        <p:nvSpPr>
          <p:cNvPr id="1048726" name="Date Placeholder 4"/>
          <p:cNvSpPr>
            <a:spLocks noGrp="1"/>
          </p:cNvSpPr>
          <p:nvPr>
            <p:ph type="dt" sz="half" idx="10"/>
          </p:nvPr>
        </p:nvSpPr>
        <p:spPr/>
        <p:txBody>
          <a:bodyPr/>
          <a:p>
            <a:fld id="{066D8897-9C89-47D5-B9E4-B3B1370E51D5}" type="datetimeFigureOut">
              <a:rPr lang="en-IN" smtClean="0"/>
              <a:t>31-05-2026</a:t>
            </a:fld>
            <a:endParaRPr lang="en-IN"/>
          </a:p>
        </p:txBody>
      </p:sp>
      <p:sp>
        <p:nvSpPr>
          <p:cNvPr id="1048727" name="Footer Placeholder 5"/>
          <p:cNvSpPr>
            <a:spLocks noGrp="1"/>
          </p:cNvSpPr>
          <p:nvPr>
            <p:ph type="ftr" sz="quarter" idx="11"/>
          </p:nvPr>
        </p:nvSpPr>
        <p:spPr/>
        <p:txBody>
          <a:bodyPr/>
          <a:p>
            <a:endParaRPr lang="en-IN"/>
          </a:p>
        </p:txBody>
      </p:sp>
      <p:sp>
        <p:nvSpPr>
          <p:cNvPr id="1048728" name="Freeform 11"/>
          <p:cNvSpPr/>
          <p:nvPr/>
        </p:nvSpPr>
        <p:spPr bwMode="auto">
          <a:xfrm flipV="1">
            <a:off x="-4189" y="491172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29" name="Slide Number Placeholder 6"/>
          <p:cNvSpPr>
            <a:spLocks noGrp="1"/>
          </p:cNvSpPr>
          <p:nvPr>
            <p:ph type="sldNum" sz="quarter" idx="12"/>
          </p:nvPr>
        </p:nvSpPr>
        <p:spPr>
          <a:xfrm>
            <a:off x="531812" y="4983087"/>
            <a:ext cx="779767" cy="365125"/>
          </a:xfrm>
        </p:spPr>
        <p:txBody>
          <a:bodyPr/>
          <a:p>
            <a:fld id="{9FF90410-E706-4838-9FC5-B8A998071AC5}"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8" name=""/>
        <p:cNvGrpSpPr/>
        <p:nvPr/>
      </p:nvGrpSpPr>
      <p:grpSpPr>
        <a:xfrm>
          <a:off x="0" y="0"/>
          <a:ext cx="0" cy="0"/>
          <a:chOff x="0" y="0"/>
          <a:chExt cx="0" cy="0"/>
        </a:xfrm>
      </p:grpSpPr>
      <p:sp>
        <p:nvSpPr>
          <p:cNvPr id="1048683" name="Title 1"/>
          <p:cNvSpPr>
            <a:spLocks noGrp="1"/>
          </p:cNvSpPr>
          <p:nvPr>
            <p:ph type="title"/>
          </p:nvPr>
        </p:nvSpPr>
        <p:spPr/>
        <p:txBody>
          <a:bodyPr/>
          <a:p>
            <a:r>
              <a:rPr lang="en-US"/>
              <a:t>Click to edit Master title style</a:t>
            </a:r>
            <a:endParaRPr dirty="0" lang="en-US"/>
          </a:p>
        </p:txBody>
      </p:sp>
      <p:sp>
        <p:nvSpPr>
          <p:cNvPr id="1048684" name="Vertical Text Placeholder 2"/>
          <p:cNvSpPr>
            <a:spLocks noGrp="1"/>
          </p:cNvSpPr>
          <p:nvPr>
            <p:ph type="body" orient="vert" idx="1"/>
          </p:nvPr>
        </p:nvSpPr>
        <p:spPr/>
        <p:txBody>
          <a:bodyPr anchor="t"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85" name="Date Placeholder 3"/>
          <p:cNvSpPr>
            <a:spLocks noGrp="1"/>
          </p:cNvSpPr>
          <p:nvPr>
            <p:ph type="dt" sz="half" idx="10"/>
          </p:nvPr>
        </p:nvSpPr>
        <p:spPr/>
        <p:txBody>
          <a:bodyPr/>
          <a:p>
            <a:fld id="{066D8897-9C89-47D5-B9E4-B3B1370E51D5}" type="datetimeFigureOut">
              <a:rPr lang="en-IN" smtClean="0"/>
              <a:t>31-05-2026</a:t>
            </a:fld>
            <a:endParaRPr lang="en-IN"/>
          </a:p>
        </p:txBody>
      </p:sp>
      <p:sp>
        <p:nvSpPr>
          <p:cNvPr id="1048686" name="Footer Placeholder 4"/>
          <p:cNvSpPr>
            <a:spLocks noGrp="1"/>
          </p:cNvSpPr>
          <p:nvPr>
            <p:ph type="ftr" sz="quarter" idx="11"/>
          </p:nvPr>
        </p:nvSpPr>
        <p:spPr/>
        <p:txBody>
          <a:bodyPr/>
          <a:p>
            <a:endParaRPr lang="en-IN"/>
          </a:p>
        </p:txBody>
      </p:sp>
      <p:sp>
        <p:nvSpPr>
          <p:cNvPr id="1048687"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88" name="Slide Number Placeholder 5"/>
          <p:cNvSpPr>
            <a:spLocks noGrp="1"/>
          </p:cNvSpPr>
          <p:nvPr>
            <p:ph type="sldNum" sz="quarter" idx="12"/>
          </p:nvPr>
        </p:nvSpPr>
        <p:spPr/>
        <p:txBody>
          <a:bodyPr/>
          <a:p>
            <a:fld id="{9FF90410-E706-4838-9FC5-B8A998071AC5}"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76" name=""/>
        <p:cNvGrpSpPr/>
        <p:nvPr/>
      </p:nvGrpSpPr>
      <p:grpSpPr>
        <a:xfrm>
          <a:off x="0" y="0"/>
          <a:ext cx="0" cy="0"/>
          <a:chOff x="0" y="0"/>
          <a:chExt cx="0" cy="0"/>
        </a:xfrm>
      </p:grpSpPr>
      <p:sp>
        <p:nvSpPr>
          <p:cNvPr id="1048737" name="Vertical Title 1"/>
          <p:cNvSpPr>
            <a:spLocks noGrp="1"/>
          </p:cNvSpPr>
          <p:nvPr>
            <p:ph type="title" orient="vert"/>
          </p:nvPr>
        </p:nvSpPr>
        <p:spPr>
          <a:xfrm>
            <a:off x="9294812" y="627405"/>
            <a:ext cx="2207601" cy="5283817"/>
          </a:xfrm>
        </p:spPr>
        <p:txBody>
          <a:bodyPr anchor="ctr" vert="eaVert"/>
          <a:p>
            <a:r>
              <a:rPr lang="en-US"/>
              <a:t>Click to edit Master title style</a:t>
            </a:r>
            <a:endParaRPr dirty="0" lang="en-US"/>
          </a:p>
        </p:txBody>
      </p:sp>
      <p:sp>
        <p:nvSpPr>
          <p:cNvPr id="1048738" name="Vertical Text Placeholder 2"/>
          <p:cNvSpPr>
            <a:spLocks noGrp="1"/>
          </p:cNvSpPr>
          <p:nvPr>
            <p:ph type="body" orient="vert" idx="1"/>
          </p:nvPr>
        </p:nvSpPr>
        <p:spPr>
          <a:xfrm>
            <a:off x="2589212" y="627405"/>
            <a:ext cx="6477000" cy="5283817"/>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39" name="Date Placeholder 3"/>
          <p:cNvSpPr>
            <a:spLocks noGrp="1"/>
          </p:cNvSpPr>
          <p:nvPr>
            <p:ph type="dt" sz="half" idx="10"/>
          </p:nvPr>
        </p:nvSpPr>
        <p:spPr/>
        <p:txBody>
          <a:bodyPr/>
          <a:p>
            <a:fld id="{066D8897-9C89-47D5-B9E4-B3B1370E51D5}" type="datetimeFigureOut">
              <a:rPr lang="en-IN" smtClean="0"/>
              <a:t>31-05-2026</a:t>
            </a:fld>
            <a:endParaRPr lang="en-IN"/>
          </a:p>
        </p:txBody>
      </p:sp>
      <p:sp>
        <p:nvSpPr>
          <p:cNvPr id="1048740" name="Footer Placeholder 4"/>
          <p:cNvSpPr>
            <a:spLocks noGrp="1"/>
          </p:cNvSpPr>
          <p:nvPr>
            <p:ph type="ftr" sz="quarter" idx="11"/>
          </p:nvPr>
        </p:nvSpPr>
        <p:spPr/>
        <p:txBody>
          <a:bodyPr/>
          <a:p>
            <a:endParaRPr lang="en-IN"/>
          </a:p>
        </p:txBody>
      </p:sp>
      <p:sp>
        <p:nvSpPr>
          <p:cNvPr id="1048741" name="Freeform 11"/>
          <p:cNvSpPr/>
          <p:nvPr/>
        </p:nvSpPr>
        <p:spPr bwMode="auto">
          <a:xfrm flipV="1">
            <a:off x="-4189" y="714375"/>
            <a:ext cx="1588527" cy="507297"/>
          </a:xfrm>
          <a:custGeom>
            <a:avLst/>
            <a:ah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42" name="Slide Number Placeholder 5"/>
          <p:cNvSpPr>
            <a:spLocks noGrp="1"/>
          </p:cNvSpPr>
          <p:nvPr>
            <p:ph type="sldNum" sz="quarter" idx="12"/>
          </p:nvPr>
        </p:nvSpPr>
        <p:spPr/>
        <p:txBody>
          <a:bodyPr/>
          <a:p>
            <a:fld id="{9FF90410-E706-4838-9FC5-B8A998071AC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2" name=""/>
        <p:cNvGrpSpPr/>
        <p:nvPr/>
      </p:nvGrpSpPr>
      <p:grpSpPr>
        <a:xfrm>
          <a:off x="0" y="0"/>
          <a:ext cx="0" cy="0"/>
          <a:chOff x="0" y="0"/>
          <a:chExt cx="0" cy="0"/>
        </a:xfrm>
      </p:grpSpPr>
      <p:grpSp>
        <p:nvGrpSpPr>
          <p:cNvPr id="13" name="Group 22"/>
          <p:cNvGrpSpPr/>
          <p:nvPr/>
        </p:nvGrpSpPr>
        <p:grpSpPr>
          <a:xfrm>
            <a:off x="1" y="228600"/>
            <a:ext cx="2851516" cy="6638628"/>
            <a:chOff x="2487613" y="285750"/>
            <a:chExt cx="2428875" cy="5654676"/>
          </a:xfrm>
        </p:grpSpPr>
        <p:sp>
          <p:nvSpPr>
            <p:cNvPr id="1048576" name="Freeform 11"/>
            <p:cNvSpPr/>
            <p:nvPr/>
          </p:nvSpPr>
          <p:spPr bwMode="auto">
            <a:xfrm>
              <a:off x="2487613" y="2284413"/>
              <a:ext cx="85725" cy="533400"/>
            </a:xfrm>
            <a:custGeom>
              <a:avLst/>
              <a:ah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048577" name="Freeform 12"/>
            <p:cNvSpPr/>
            <p:nvPr/>
          </p:nvSpPr>
          <p:spPr bwMode="auto">
            <a:xfrm>
              <a:off x="2597151" y="2779713"/>
              <a:ext cx="550863" cy="1978025"/>
            </a:xfrm>
            <a:custGeom>
              <a:avLst/>
              <a:ah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048578" name="Freeform 13"/>
            <p:cNvSpPr/>
            <p:nvPr/>
          </p:nvSpPr>
          <p:spPr bwMode="auto">
            <a:xfrm>
              <a:off x="3175001" y="4730750"/>
              <a:ext cx="519113" cy="1209675"/>
            </a:xfrm>
            <a:custGeom>
              <a:avLst/>
              <a:ah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048579" name="Freeform 14"/>
            <p:cNvSpPr/>
            <p:nvPr/>
          </p:nvSpPr>
          <p:spPr bwMode="auto">
            <a:xfrm>
              <a:off x="3305176" y="5630863"/>
              <a:ext cx="146050" cy="309563"/>
            </a:xfrm>
            <a:custGeom>
              <a:avLst/>
              <a:ah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048580" name="Freeform 15"/>
            <p:cNvSpPr/>
            <p:nvPr/>
          </p:nvSpPr>
          <p:spPr bwMode="auto">
            <a:xfrm>
              <a:off x="2573338" y="2817813"/>
              <a:ext cx="700088" cy="2835275"/>
            </a:xfrm>
            <a:custGeom>
              <a:avLst/>
              <a:ah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048581" name="Freeform 16"/>
            <p:cNvSpPr/>
            <p:nvPr/>
          </p:nvSpPr>
          <p:spPr bwMode="auto">
            <a:xfrm>
              <a:off x="2506663" y="285750"/>
              <a:ext cx="90488" cy="2493963"/>
            </a:xfrm>
            <a:custGeom>
              <a:avLst/>
              <a:ah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048582" name="Freeform 17"/>
            <p:cNvSpPr/>
            <p:nvPr/>
          </p:nvSpPr>
          <p:spPr bwMode="auto">
            <a:xfrm>
              <a:off x="2554288" y="2598738"/>
              <a:ext cx="66675" cy="420688"/>
            </a:xfrm>
            <a:custGeom>
              <a:avLst/>
              <a:ah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048583" name="Freeform 18"/>
            <p:cNvSpPr/>
            <p:nvPr/>
          </p:nvSpPr>
          <p:spPr bwMode="auto">
            <a:xfrm>
              <a:off x="3143251" y="4757738"/>
              <a:ext cx="161925" cy="873125"/>
            </a:xfrm>
            <a:custGeom>
              <a:avLst/>
              <a:ah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048584" name="Freeform 19"/>
            <p:cNvSpPr/>
            <p:nvPr/>
          </p:nvSpPr>
          <p:spPr bwMode="auto">
            <a:xfrm>
              <a:off x="3148013" y="1282700"/>
              <a:ext cx="1768475" cy="3448050"/>
            </a:xfrm>
            <a:custGeom>
              <a:avLst/>
              <a:ah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048585" name="Freeform 20"/>
            <p:cNvSpPr/>
            <p:nvPr/>
          </p:nvSpPr>
          <p:spPr bwMode="auto">
            <a:xfrm>
              <a:off x="3273426" y="5653088"/>
              <a:ext cx="138113" cy="287338"/>
            </a:xfrm>
            <a:custGeom>
              <a:avLst/>
              <a:ah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048586" name="Freeform 21"/>
            <p:cNvSpPr/>
            <p:nvPr/>
          </p:nvSpPr>
          <p:spPr bwMode="auto">
            <a:xfrm>
              <a:off x="3143251" y="4656138"/>
              <a:ext cx="31750" cy="188913"/>
            </a:xfrm>
            <a:custGeom>
              <a:avLst/>
              <a:ah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1048587" name="Freeform 22"/>
            <p:cNvSpPr/>
            <p:nvPr/>
          </p:nvSpPr>
          <p:spPr bwMode="auto">
            <a:xfrm>
              <a:off x="3211513" y="5410200"/>
              <a:ext cx="203200" cy="530225"/>
            </a:xfrm>
            <a:custGeom>
              <a:avLst/>
              <a:ah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4" name="Group 9"/>
          <p:cNvGrpSpPr/>
          <p:nvPr/>
        </p:nvGrpSpPr>
        <p:grpSpPr>
          <a:xfrm>
            <a:off x="27221" y="157"/>
            <a:ext cx="2356674" cy="6853096"/>
            <a:chOff x="6627813" y="195610"/>
            <a:chExt cx="1952625" cy="5678141"/>
          </a:xfrm>
        </p:grpSpPr>
        <p:sp>
          <p:nvSpPr>
            <p:cNvPr id="1048588" name="Freeform 27"/>
            <p:cNvSpPr/>
            <p:nvPr/>
          </p:nvSpPr>
          <p:spPr bwMode="auto">
            <a:xfrm>
              <a:off x="6627813" y="195610"/>
              <a:ext cx="409575" cy="3646488"/>
            </a:xfrm>
            <a:custGeom>
              <a:avLst/>
              <a:ah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048589" name="Freeform 28"/>
            <p:cNvSpPr/>
            <p:nvPr/>
          </p:nvSpPr>
          <p:spPr bwMode="auto">
            <a:xfrm>
              <a:off x="7061201" y="3771900"/>
              <a:ext cx="350838" cy="1309688"/>
            </a:xfrm>
            <a:custGeom>
              <a:avLst/>
              <a:ah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048590" name="Freeform 29"/>
            <p:cNvSpPr/>
            <p:nvPr/>
          </p:nvSpPr>
          <p:spPr bwMode="auto">
            <a:xfrm>
              <a:off x="7439026" y="5053013"/>
              <a:ext cx="357188" cy="820738"/>
            </a:xfrm>
            <a:custGeom>
              <a:avLst/>
              <a:ah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048591" name="Freeform 30"/>
            <p:cNvSpPr/>
            <p:nvPr/>
          </p:nvSpPr>
          <p:spPr bwMode="auto">
            <a:xfrm>
              <a:off x="7037388" y="3811588"/>
              <a:ext cx="457200" cy="1852613"/>
            </a:xfrm>
            <a:custGeom>
              <a:avLst/>
              <a:ah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048592" name="Freeform 31"/>
            <p:cNvSpPr/>
            <p:nvPr/>
          </p:nvSpPr>
          <p:spPr bwMode="auto">
            <a:xfrm>
              <a:off x="6992938" y="1263650"/>
              <a:ext cx="144463" cy="2508250"/>
            </a:xfrm>
            <a:custGeom>
              <a:avLst/>
              <a:ah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048593" name="Freeform 32"/>
            <p:cNvSpPr/>
            <p:nvPr/>
          </p:nvSpPr>
          <p:spPr bwMode="auto">
            <a:xfrm>
              <a:off x="7526338" y="5640388"/>
              <a:ext cx="111125" cy="233363"/>
            </a:xfrm>
            <a:custGeom>
              <a:avLst/>
              <a:ah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048594" name="Freeform 33"/>
            <p:cNvSpPr/>
            <p:nvPr/>
          </p:nvSpPr>
          <p:spPr bwMode="auto">
            <a:xfrm>
              <a:off x="7021513" y="3598863"/>
              <a:ext cx="68263" cy="423863"/>
            </a:xfrm>
            <a:custGeom>
              <a:avLst/>
              <a:ah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048595" name="Freeform 34"/>
            <p:cNvSpPr/>
            <p:nvPr/>
          </p:nvSpPr>
          <p:spPr bwMode="auto">
            <a:xfrm>
              <a:off x="7412038" y="2801938"/>
              <a:ext cx="1168400" cy="2251075"/>
            </a:xfrm>
            <a:custGeom>
              <a:avLst/>
              <a:ah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048596" name="Freeform 35"/>
            <p:cNvSpPr/>
            <p:nvPr/>
          </p:nvSpPr>
          <p:spPr bwMode="auto">
            <a:xfrm>
              <a:off x="7494588" y="5664200"/>
              <a:ext cx="100013" cy="209550"/>
            </a:xfrm>
            <a:custGeom>
              <a:avLst/>
              <a:ah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1048597" name="Freeform 36"/>
            <p:cNvSpPr/>
            <p:nvPr/>
          </p:nvSpPr>
          <p:spPr bwMode="auto">
            <a:xfrm>
              <a:off x="7412038" y="5081588"/>
              <a:ext cx="114300" cy="558800"/>
            </a:xfrm>
            <a:custGeom>
              <a:avLst/>
              <a:ah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1048598" name="Freeform 37"/>
            <p:cNvSpPr/>
            <p:nvPr/>
          </p:nvSpPr>
          <p:spPr bwMode="auto">
            <a:xfrm>
              <a:off x="7412038" y="4978400"/>
              <a:ext cx="31750" cy="188913"/>
            </a:xfrm>
            <a:custGeom>
              <a:avLst/>
              <a:ah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1048599" name="Freeform 38"/>
            <p:cNvSpPr/>
            <p:nvPr/>
          </p:nvSpPr>
          <p:spPr bwMode="auto">
            <a:xfrm>
              <a:off x="7439026" y="5434013"/>
              <a:ext cx="174625" cy="439738"/>
            </a:xfrm>
            <a:custGeom>
              <a:avLst/>
              <a:ah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1048600" name="Rectangle 6"/>
          <p:cNvSpPr/>
          <p:nvPr/>
        </p:nvSpPr>
        <p:spPr>
          <a:xfrm>
            <a:off x="0" y="0"/>
            <a:ext cx="182880" cy="6858000"/>
          </a:xfrm>
          <a:prstGeom prst="rect"/>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048601" name="Title Placeholder 1"/>
          <p:cNvSpPr>
            <a:spLocks noGrp="1"/>
          </p:cNvSpPr>
          <p:nvPr>
            <p:ph type="title"/>
          </p:nvPr>
        </p:nvSpPr>
        <p:spPr>
          <a:xfrm>
            <a:off x="2592924" y="624110"/>
            <a:ext cx="8911687" cy="1280890"/>
          </a:xfrm>
          <a:prstGeom prst="rect"/>
        </p:spPr>
        <p:txBody>
          <a:bodyPr anchor="t" bIns="45720" lIns="91440" rIns="91440" rtlCol="0" tIns="45720" vert="horz">
            <a:normAutofit/>
          </a:bodyPr>
          <a:p>
            <a:r>
              <a:rPr lang="en-US"/>
              <a:t>Click to edit Master title style</a:t>
            </a:r>
            <a:endParaRPr dirty="0" lang="en-US"/>
          </a:p>
        </p:txBody>
      </p:sp>
      <p:sp>
        <p:nvSpPr>
          <p:cNvPr id="1048602" name="Text Placeholder 2"/>
          <p:cNvSpPr>
            <a:spLocks noGrp="1"/>
          </p:cNvSpPr>
          <p:nvPr>
            <p:ph type="body" idx="1"/>
          </p:nvPr>
        </p:nvSpPr>
        <p:spPr>
          <a:xfrm>
            <a:off x="2589212" y="2133600"/>
            <a:ext cx="8915400" cy="3886200"/>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03" name="Date Placeholder 3"/>
          <p:cNvSpPr>
            <a:spLocks noGrp="1"/>
          </p:cNvSpPr>
          <p:nvPr>
            <p:ph type="dt" sz="half" idx="2"/>
          </p:nvPr>
        </p:nvSpPr>
        <p:spPr>
          <a:xfrm>
            <a:off x="10361612" y="6130437"/>
            <a:ext cx="1146283" cy="370396"/>
          </a:xfrm>
          <a:prstGeom prst="rect"/>
        </p:spPr>
        <p:txBody>
          <a:bodyPr anchor="ctr" bIns="45720" lIns="91440" rIns="91440" rtlCol="0" tIns="45720" vert="horz"/>
          <a:lstStyle>
            <a:lvl1pPr algn="r">
              <a:defRPr sz="900">
                <a:solidFill>
                  <a:schemeClr val="tx1">
                    <a:tint val="75000"/>
                  </a:schemeClr>
                </a:solidFill>
              </a:defRPr>
            </a:lvl1pPr>
          </a:lstStyle>
          <a:p>
            <a:fld id="{066D8897-9C89-47D5-B9E4-B3B1370E51D5}" type="datetimeFigureOut">
              <a:rPr lang="en-IN" smtClean="0"/>
              <a:t>31-05-2026</a:t>
            </a:fld>
            <a:endParaRPr lang="en-IN"/>
          </a:p>
        </p:txBody>
      </p:sp>
      <p:sp>
        <p:nvSpPr>
          <p:cNvPr id="1048604" name="Footer Placeholder 4"/>
          <p:cNvSpPr>
            <a:spLocks noGrp="1"/>
          </p:cNvSpPr>
          <p:nvPr>
            <p:ph type="ftr" sz="quarter" idx="3"/>
          </p:nvPr>
        </p:nvSpPr>
        <p:spPr>
          <a:xfrm>
            <a:off x="2589212" y="6135808"/>
            <a:ext cx="7619999" cy="365125"/>
          </a:xfrm>
          <a:prstGeom prst="rect"/>
        </p:spPr>
        <p:txBody>
          <a:bodyPr anchor="ctr" bIns="45720" lIns="91440" rIns="91440" rtlCol="0" tIns="45720" vert="horz"/>
          <a:lstStyle>
            <a:lvl1pPr algn="l">
              <a:defRPr sz="900">
                <a:solidFill>
                  <a:schemeClr val="tx1">
                    <a:tint val="75000"/>
                  </a:schemeClr>
                </a:solidFill>
              </a:defRPr>
            </a:lvl1pPr>
          </a:lstStyle>
          <a:p>
            <a:endParaRPr lang="en-IN"/>
          </a:p>
        </p:txBody>
      </p:sp>
      <p:sp>
        <p:nvSpPr>
          <p:cNvPr id="1048605" name="Slide Number Placeholder 5"/>
          <p:cNvSpPr>
            <a:spLocks noGrp="1"/>
          </p:cNvSpPr>
          <p:nvPr>
            <p:ph type="sldNum" sz="quarter" idx="4"/>
          </p:nvPr>
        </p:nvSpPr>
        <p:spPr bwMode="gray">
          <a:xfrm>
            <a:off x="531812" y="787782"/>
            <a:ext cx="779767" cy="365125"/>
          </a:xfrm>
          <a:prstGeom prst="rect"/>
        </p:spPr>
        <p:txBody>
          <a:bodyPr anchor="ctr" bIns="45720" lIns="91440" rIns="91440" rtlCol="0" tIns="45720" vert="horz"/>
          <a:lstStyle>
            <a:lvl1pPr algn="r">
              <a:defRPr sz="2000">
                <a:solidFill>
                  <a:srgbClr val="FEFFFF"/>
                </a:solidFill>
              </a:defRPr>
            </a:lvl1pPr>
          </a:lstStyle>
          <a:p>
            <a:fld id="{9FF90410-E706-4838-9FC5-B8A998071AC5}" type="slidenum">
              <a:rPr lang="en-IN" smtClean="0"/>
              <a:t>‹#›</a:t>
            </a:fld>
            <a:endParaRPr lang="en-IN"/>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eaLnBrk="1" hangingPunct="1" latinLnBrk="0" rtl="0">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algn="l" defTabSz="457200" eaLnBrk="1" hangingPunct="1" indent="-342900" latinLnBrk="0" marL="342900" rtl="0">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algn="l" defTabSz="457200" eaLnBrk="1" hangingPunct="1" indent="-285750" latinLnBrk="0" marL="742950" rtl="0">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12" name="Title 1"/>
          <p:cNvSpPr>
            <a:spLocks noGrp="1"/>
          </p:cNvSpPr>
          <p:nvPr>
            <p:ph type="ctrTitle"/>
          </p:nvPr>
        </p:nvSpPr>
        <p:spPr>
          <a:xfrm>
            <a:off x="1075852" y="177368"/>
            <a:ext cx="10477917" cy="2687994"/>
          </a:xfrm>
        </p:spPr>
        <p:txBody>
          <a:bodyPr>
            <a:normAutofit fontScale="90000"/>
          </a:bodyPr>
          <a:p>
            <a:pPr>
              <a:lnSpc>
                <a:spcPct val="150000"/>
              </a:lnSpc>
              <a:spcAft>
                <a:spcPts val="600"/>
              </a:spcAft>
            </a:pPr>
            <a:r>
              <a:rPr b="1" dirty="0" sz="4000" lang="en-IN">
                <a:solidFill>
                  <a:srgbClr val="FF0000"/>
                </a:solidFill>
                <a:effectLst>
                  <a:outerShdw algn="tl" blurRad="38100" dir="2700000" dist="38100">
                    <a:schemeClr val="bg1"/>
                  </a:outerShdw>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b="1" dirty="0" sz="1300" lang="en-IN">
                <a:solidFill>
                  <a:srgbClr val="FF0000"/>
                </a:solidFill>
                <a:effectLst>
                  <a:outerShdw algn="tl" blurRad="38100" dir="2700000" dist="38100">
                    <a:schemeClr val="bg1"/>
                  </a:outerShdw>
                </a:effectLst>
                <a:latin typeface="Times New Roman" panose="02020603050405020304" pitchFamily="18" charset="0"/>
                <a:ea typeface="Times New Roman" panose="02020603050405020304" pitchFamily="18" charset="0"/>
                <a:cs typeface="Times New Roman" panose="02020603050405020304" pitchFamily="18" charset="0"/>
                <a:sym typeface="+mn-ea"/>
              </a:rPr>
              <a:t>||JAI SRI GURUDEV||</a:t>
            </a:r>
            <a:br>
              <a:rPr dirty="0" sz="2000" lang="en-IN">
                <a:effectLst>
                  <a:outerShdw algn="tl" blurRad="38100" dir="2700000" dist="38100">
                    <a:schemeClr val="bg1"/>
                  </a:outerShdw>
                </a:effectLst>
                <a:latin typeface="Times New Roman" panose="02020603050405020304" pitchFamily="18" charset="0"/>
                <a:ea typeface="Times New Roman" panose="02020603050405020304" pitchFamily="18" charset="0"/>
                <a:cs typeface="Times New Roman" panose="02020603050405020304" pitchFamily="18" charset="0"/>
              </a:rPr>
            </a:br>
            <a:r>
              <a:rPr dirty="0" sz="2000" lang="en-IN">
                <a:effectLst>
                  <a:outerShdw algn="tl" blurRad="38100" dir="2700000" dist="38100">
                    <a:schemeClr val="bg1"/>
                  </a:outerShdw>
                </a:effectLst>
                <a:latin typeface="Times New Roman" panose="02020603050405020304" pitchFamily="18" charset="0"/>
                <a:ea typeface="Times New Roman" panose="02020603050405020304" pitchFamily="18" charset="0"/>
                <a:cs typeface="Times New Roman" panose="02020603050405020304" pitchFamily="18" charset="0"/>
              </a:rPr>
              <a:t>                                                </a:t>
            </a:r>
            <a:r>
              <a:rPr b="1" dirty="0" sz="2200" lang="en-IN">
                <a:solidFill>
                  <a:srgbClr val="1F3864"/>
                </a:solidFill>
                <a:effectLst>
                  <a:outerShdw algn="tl" blurRad="38100" dir="2700000" dist="38100">
                    <a:schemeClr val="bg2">
                      <a:lumMod val="25000"/>
                      <a:alpha val="43000"/>
                    </a:schemeClr>
                  </a:outerShdw>
                </a:effectLst>
                <a:latin typeface="Times New Roman" panose="02020603050405020304" pitchFamily="18" charset="0"/>
                <a:ea typeface="Times New Roman" panose="02020603050405020304" pitchFamily="18" charset="0"/>
                <a:cs typeface="Times New Roman" panose="02020603050405020304" pitchFamily="18" charset="0"/>
                <a:sym typeface="+mn-ea"/>
              </a:rPr>
              <a:t>ADICHUNCHANAGIRI UNIVERSITY</a:t>
            </a:r>
            <a:br>
              <a:rPr dirty="0" sz="2000" lang="en-IN">
                <a:effectLst>
                  <a:outerShdw algn="tl" blurRad="38100" dir="2700000" dist="38100">
                    <a:schemeClr val="bg2">
                      <a:lumMod val="25000"/>
                      <a:alpha val="43000"/>
                    </a:schemeClr>
                  </a:outerShdw>
                </a:effectLst>
                <a:latin typeface="Times New Roman" panose="02020603050405020304" pitchFamily="18" charset="0"/>
                <a:ea typeface="Times New Roman" panose="02020603050405020304" pitchFamily="18" charset="0"/>
                <a:cs typeface="Times New Roman" panose="02020603050405020304" pitchFamily="18" charset="0"/>
              </a:rPr>
            </a:br>
            <a:r>
              <a:rPr dirty="0" sz="2000" lang="en-IN">
                <a:effectLst>
                  <a:outerShdw algn="tl" blurRad="38100" dir="2700000" dist="38100">
                    <a:schemeClr val="bg2">
                      <a:lumMod val="25000"/>
                      <a:alpha val="43000"/>
                    </a:schemeClr>
                  </a:outerShdw>
                </a:effectLst>
                <a:latin typeface="Times New Roman" panose="02020603050405020304" pitchFamily="18" charset="0"/>
                <a:ea typeface="Times New Roman" panose="02020603050405020304" pitchFamily="18" charset="0"/>
                <a:cs typeface="Times New Roman" panose="02020603050405020304" pitchFamily="18" charset="0"/>
              </a:rPr>
              <a:t>                                           </a:t>
            </a:r>
            <a:r>
              <a:rPr b="1" dirty="0" sz="2700" lang="en-IN">
                <a:solidFill>
                  <a:srgbClr val="833C0B"/>
                </a:solidFill>
                <a:effectLst>
                  <a:outerShdw algn="tl" blurRad="38100" dir="2700000" dist="38100">
                    <a:srgbClr val="FF0000">
                      <a:alpha val="43000"/>
                    </a:srgbClr>
                  </a:outerShdw>
                </a:effectLst>
                <a:latin typeface="Times New Roman" panose="02020603050405020304" pitchFamily="18" charset="0"/>
                <a:ea typeface="Times New Roman" panose="02020603050405020304" pitchFamily="18" charset="0"/>
                <a:cs typeface="Times New Roman" panose="02020603050405020304" pitchFamily="18" charset="0"/>
                <a:sym typeface="+mn-ea"/>
              </a:rPr>
              <a:t>Faculty of  Engineering Management &amp; Technology</a:t>
            </a:r>
            <a:br>
              <a:rPr b="1" dirty="0" sz="2700" lang="en-IN">
                <a:solidFill>
                  <a:srgbClr val="833C0B"/>
                </a:solidFill>
                <a:effectLst>
                  <a:outerShdw algn="tl" blurRad="38100" dir="2700000" dist="38100">
                    <a:srgbClr val="FF0000">
                      <a:alpha val="43000"/>
                    </a:srgbClr>
                  </a:outerShdw>
                </a:effectLst>
                <a:latin typeface="Times New Roman" panose="02020603050405020304" pitchFamily="18" charset="0"/>
                <a:ea typeface="Times New Roman" panose="02020603050405020304" pitchFamily="18" charset="0"/>
                <a:cs typeface="Times New Roman" panose="02020603050405020304" pitchFamily="18" charset="0"/>
                <a:sym typeface="+mn-ea"/>
              </a:rPr>
            </a:br>
            <a:r>
              <a:rPr b="1" dirty="0" sz="2700" lang="en-IN">
                <a:solidFill>
                  <a:srgbClr val="833C0B"/>
                </a:solidFill>
                <a:effectLst>
                  <a:outerShdw algn="tl" blurRad="38100" dir="2700000" dist="38100">
                    <a:srgbClr val="FF0000">
                      <a:alpha val="43000"/>
                    </a:srgbClr>
                  </a:outerShdw>
                </a:effectLst>
                <a:latin typeface="Times New Roman" panose="02020603050405020304" pitchFamily="18" charset="0"/>
                <a:ea typeface="Times New Roman" panose="02020603050405020304" pitchFamily="18" charset="0"/>
                <a:cs typeface="Times New Roman" panose="02020603050405020304" pitchFamily="18" charset="0"/>
                <a:sym typeface="+mn-ea"/>
              </a:rPr>
              <a:t>                                            BGS Institute of technology</a:t>
            </a:r>
            <a:br>
              <a:rPr b="1" dirty="0" sz="2000" lang="en-IN">
                <a:effectLst>
                  <a:outerShdw algn="tl" blurRad="38100" dir="2700000" dist="38100">
                    <a:srgbClr val="FF0000">
                      <a:alpha val="43000"/>
                    </a:srgbClr>
                  </a:outerShdw>
                </a:effectLst>
                <a:latin typeface="Times New Roman" panose="02020603050405020304" pitchFamily="18" charset="0"/>
                <a:ea typeface="Times New Roman" panose="02020603050405020304" pitchFamily="18" charset="0"/>
                <a:cs typeface="Times New Roman" panose="02020603050405020304" pitchFamily="18" charset="0"/>
              </a:rPr>
            </a:br>
            <a:endParaRPr dirty="0" sz="2000" lang="en-IN"/>
          </a:p>
        </p:txBody>
      </p:sp>
      <p:sp>
        <p:nvSpPr>
          <p:cNvPr id="1048613" name="Subtitle 2"/>
          <p:cNvSpPr>
            <a:spLocks noGrp="1"/>
          </p:cNvSpPr>
          <p:nvPr>
            <p:ph type="subTitle" idx="1"/>
          </p:nvPr>
        </p:nvSpPr>
        <p:spPr>
          <a:xfrm>
            <a:off x="973394" y="2783862"/>
            <a:ext cx="10947490" cy="1732382"/>
          </a:xfrm>
        </p:spPr>
        <p:txBody>
          <a:bodyPr>
            <a:normAutofit fontScale="28571" lnSpcReduction="20000"/>
          </a:bodyPr>
          <a:p>
            <a:pPr algn="ctr" defTabSz="914400" eaLnBrk="0" fontAlgn="base" hangingPunct="0" indent="0" latinLnBrk="0" lvl="0" marL="0" marR="0" rtl="0">
              <a:lnSpc>
                <a:spcPct val="120000"/>
              </a:lnSpc>
              <a:spcBef>
                <a:spcPct val="0"/>
              </a:spcBef>
              <a:spcAft>
                <a:spcPct val="0"/>
              </a:spcAft>
              <a:buClrTx/>
              <a:buSzTx/>
              <a:buFontTx/>
              <a:buNone/>
            </a:pPr>
            <a:r>
              <a:rPr altLang="ko-KR" dirty="0" sz="8000" lang="en-US">
                <a:ln w="22225">
                  <a:solidFill>
                    <a:schemeClr val="accent2"/>
                  </a:solidFill>
                  <a:prstDash val="solid"/>
                </a:ln>
                <a:solidFill>
                  <a:schemeClr val="accent3">
                    <a:lumMod val="20000"/>
                    <a:lumOff val="80000"/>
                  </a:schemeClr>
                </a:solidFill>
                <a:latin typeface="Times New Roman" panose="02020603050405020304" pitchFamily="18" charset="0"/>
                <a:ea typeface="Batang" panose="02030600000101010101" pitchFamily="18" charset="-127"/>
                <a:cs typeface="Times New Roman" panose="02020603050405020304" pitchFamily="18" charset="0"/>
              </a:rPr>
              <a:t>Final Presentation</a:t>
            </a:r>
            <a:r>
              <a:rPr altLang="ko-KR" baseline="0" cap="none" dirty="0" sz="8000" i="0" kumimoji="0" lang="en-US" normalizeH="0" strike="noStrike" u="none">
                <a:ln w="22225">
                  <a:solidFill>
                    <a:schemeClr val="accent2"/>
                  </a:solidFill>
                  <a:prstDash val="solid"/>
                </a:ln>
                <a:solidFill>
                  <a:schemeClr val="accent3">
                    <a:lumMod val="20000"/>
                    <a:lumOff val="80000"/>
                  </a:schemeClr>
                </a:solidFill>
                <a:latin typeface="Times New Roman" panose="02020603050405020304" pitchFamily="18" charset="0"/>
                <a:ea typeface="Batang" panose="02030600000101010101" pitchFamily="18" charset="-127"/>
                <a:cs typeface="Times New Roman" panose="02020603050405020304" pitchFamily="18" charset="0"/>
              </a:rPr>
              <a:t> </a:t>
            </a:r>
          </a:p>
          <a:p>
            <a:pPr algn="ctr" defTabSz="914400" eaLnBrk="0" fontAlgn="base" hangingPunct="0" indent="0" latinLnBrk="0" lvl="0" marL="0" marR="0" rtl="0">
              <a:lnSpc>
                <a:spcPct val="120000"/>
              </a:lnSpc>
              <a:spcBef>
                <a:spcPct val="0"/>
              </a:spcBef>
              <a:spcAft>
                <a:spcPct val="0"/>
              </a:spcAft>
              <a:buClrTx/>
              <a:buSzTx/>
              <a:buFontTx/>
              <a:buNone/>
            </a:pPr>
            <a:r>
              <a:rPr altLang="ko-KR" dirty="0" sz="8000" lang="en-US">
                <a:ln w="22225">
                  <a:solidFill>
                    <a:schemeClr val="accent2"/>
                  </a:solidFill>
                  <a:prstDash val="solid"/>
                </a:ln>
                <a:solidFill>
                  <a:schemeClr val="accent3">
                    <a:lumMod val="20000"/>
                    <a:lumOff val="80000"/>
                  </a:schemeClr>
                </a:solidFill>
                <a:latin typeface="Times New Roman" panose="02020603050405020304" pitchFamily="18" charset="0"/>
                <a:cs typeface="Times New Roman" panose="02020603050405020304" pitchFamily="18" charset="0"/>
              </a:rPr>
              <a:t>O</a:t>
            </a:r>
            <a:r>
              <a:rPr altLang="ko-KR" baseline="0" cap="none" dirty="0" sz="8000" i="0" kumimoji="0" lang="en-US" normalizeH="0" strike="noStrike" u="none">
                <a:ln w="22225">
                  <a:solidFill>
                    <a:schemeClr val="accent2"/>
                  </a:solidFill>
                  <a:prstDash val="solid"/>
                </a:ln>
                <a:solidFill>
                  <a:schemeClr val="accent3">
                    <a:lumMod val="20000"/>
                    <a:lumOff val="80000"/>
                  </a:schemeClr>
                </a:solidFill>
                <a:latin typeface="Times New Roman" panose="02020603050405020304" pitchFamily="18" charset="0"/>
                <a:ea typeface="Batang" panose="02030600000101010101" pitchFamily="18" charset="-127"/>
                <a:cs typeface="Times New Roman" panose="02020603050405020304" pitchFamily="18" charset="0"/>
              </a:rPr>
              <a:t>n</a:t>
            </a:r>
          </a:p>
          <a:p>
            <a:pPr algn="ctr" defTabSz="914400" eaLnBrk="0" fontAlgn="base" hangingPunct="0" indent="0" latinLnBrk="0" lvl="0" marL="0" marR="0" rtl="0">
              <a:lnSpc>
                <a:spcPct val="100000"/>
              </a:lnSpc>
              <a:spcBef>
                <a:spcPct val="0"/>
              </a:spcBef>
              <a:spcAft>
                <a:spcPct val="0"/>
              </a:spcAft>
              <a:buClrTx/>
              <a:buSzTx/>
              <a:buFontTx/>
              <a:buNone/>
            </a:pPr>
            <a:endParaRPr altLang="ko-KR" baseline="0" b="0" cap="none" dirty="0" sz="8000" i="0" kumimoji="0" lang="en-US" normalizeH="0" strike="noStrike" u="none">
              <a:ln w="22225">
                <a:solidFill>
                  <a:schemeClr val="accent2"/>
                </a:solidFill>
                <a:prstDash val="solid"/>
              </a:ln>
              <a:solidFill>
                <a:schemeClr val="accent2">
                  <a:lumMod val="40000"/>
                  <a:lumOff val="60000"/>
                </a:schemeClr>
              </a:solidFill>
              <a:effectLst/>
              <a:latin typeface="Times New Roman" panose="02020603050405020304" pitchFamily="18" charset="0"/>
              <a:ea typeface="Batang" panose="02030600000101010101" pitchFamily="18" charset="-127"/>
              <a:cs typeface="Times New Roman" panose="02020603050405020304" pitchFamily="18" charset="0"/>
            </a:endParaRPr>
          </a:p>
          <a:p>
            <a:pPr algn="ctr" defTabSz="914400" eaLnBrk="0" fontAlgn="base" hangingPunct="0" indent="0" latinLnBrk="0" lvl="0" marL="0" marR="0" rtl="0">
              <a:lnSpc>
                <a:spcPct val="100000"/>
              </a:lnSpc>
              <a:spcBef>
                <a:spcPct val="0"/>
              </a:spcBef>
              <a:spcAft>
                <a:spcPct val="0"/>
              </a:spcAft>
              <a:buClrTx/>
              <a:buSzTx/>
              <a:buFontTx/>
              <a:buNone/>
            </a:pPr>
            <a:endParaRPr altLang="ko-KR" baseline="0" b="0" cap="none" dirty="0" sz="1400" i="0" kumimoji="0" lang="en-US" normalizeH="0" strike="noStrike" u="none">
              <a:ln w="22225">
                <a:solidFill>
                  <a:schemeClr val="accent2"/>
                </a:solidFill>
                <a:prstDash val="solid"/>
              </a:ln>
              <a:solidFill>
                <a:schemeClr val="accent2">
                  <a:lumMod val="40000"/>
                  <a:lumOff val="60000"/>
                </a:schemeClr>
              </a:solidFill>
              <a:effectLst/>
              <a:latin typeface="Times New Roman" panose="02020603050405020304" pitchFamily="18" charset="0"/>
              <a:cs typeface="Times New Roman" panose="02020603050405020304" pitchFamily="18" charset="0"/>
            </a:endParaRPr>
          </a:p>
          <a:p>
            <a:pPr algn="ctr" defTabSz="914400" eaLnBrk="0" fontAlgn="base" hangingPunct="0" lvl="0">
              <a:spcBef>
                <a:spcPct val="0"/>
              </a:spcBef>
              <a:spcAft>
                <a:spcPct val="0"/>
              </a:spcAft>
              <a:buClrTx/>
            </a:pPr>
            <a:r>
              <a:rPr altLang="ko-KR" b="1" dirty="0" sz="9600" lang="en-US">
                <a:latin typeface="Times New Roman" pitchFamily="18" charset="0"/>
                <a:cs typeface="Times New Roman" pitchFamily="18" charset="0"/>
              </a:rPr>
              <a:t>“</a:t>
            </a:r>
            <a:r>
              <a:rPr b="1" dirty="0" sz="9600" lang="en-US">
                <a:latin typeface="Times New Roman" pitchFamily="18" charset="0"/>
                <a:cs typeface="Times New Roman" pitchFamily="18" charset="0"/>
              </a:rPr>
              <a:t>An End-to-End Workflow for Enhancing Text Classification Models with Generative AI-aided Data Augmentation</a:t>
            </a:r>
            <a:r>
              <a:rPr altLang="ko-KR" b="1" dirty="0" sz="9600" lang="en-US">
                <a:latin typeface="Times New Roman" pitchFamily="18" charset="0"/>
                <a:cs typeface="Times New Roman" pitchFamily="18" charset="0"/>
              </a:rPr>
              <a:t>” </a:t>
            </a:r>
          </a:p>
          <a:p>
            <a:pPr algn="ctr" defTabSz="914400" eaLnBrk="0" fontAlgn="base" hangingPunct="0" indent="0" latinLnBrk="0" lvl="0" marL="0" marR="0" rtl="0">
              <a:lnSpc>
                <a:spcPct val="100000"/>
              </a:lnSpc>
              <a:spcBef>
                <a:spcPct val="0"/>
              </a:spcBef>
              <a:spcAft>
                <a:spcPct val="0"/>
              </a:spcAft>
              <a:buClrTx/>
              <a:buSzTx/>
              <a:buFontTx/>
              <a:buNone/>
            </a:pPr>
            <a:endParaRPr altLang="en-US" baseline="0" b="1" cap="none" dirty="0" sz="12800" i="0" kumimoji="0" lang="en-US" normalizeH="0" strike="noStrike" u="none">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4624070" marR="604520">
              <a:lnSpc>
                <a:spcPct val="100000"/>
              </a:lnSpc>
              <a:spcBef>
                <a:spcPts val="1230"/>
              </a:spcBef>
            </a:pPr>
            <a:endParaRPr altLang="en-US" b="1" dirty="0" sz="7200" lang="en-US">
              <a:latin typeface="Times New Roman" panose="02020603050405020304" pitchFamily="18" charset="0"/>
              <a:cs typeface="Times New Roman" panose="02020603050405020304" pitchFamily="18" charset="0"/>
            </a:endParaRPr>
          </a:p>
          <a:p>
            <a:endParaRPr dirty="0" lang="en-IN"/>
          </a:p>
        </p:txBody>
      </p:sp>
      <p:pic>
        <p:nvPicPr>
          <p:cNvPr id="2097152" name="Picture 3"/>
          <p:cNvPicPr>
            <a:picLocks noChangeAspect="1"/>
          </p:cNvPicPr>
          <p:nvPr/>
        </p:nvPicPr>
        <p:blipFill>
          <a:blip xmlns:r="http://schemas.openxmlformats.org/officeDocument/2006/relationships" r:embed="rId1">
            <a:clrChange>
              <a:clrFrom>
                <a:srgbClr val="FFFFFF"/>
              </a:clrFrom>
              <a:clrTo>
                <a:srgbClr val="FFFFFF">
                  <a:alpha val="0"/>
                </a:srgbClr>
              </a:clrTo>
            </a:clrChange>
          </a:blip>
          <a:stretch>
            <a:fillRect/>
          </a:stretch>
        </p:blipFill>
        <p:spPr>
          <a:xfrm>
            <a:off x="10483244" y="296638"/>
            <a:ext cx="1437640" cy="1266190"/>
          </a:xfrm>
          <a:prstGeom prst="rect"/>
        </p:spPr>
      </p:pic>
      <p:pic>
        <p:nvPicPr>
          <p:cNvPr id="2097153" name="Picture 4"/>
          <p:cNvPicPr>
            <a:picLocks noChangeAspect="1"/>
          </p:cNvPicPr>
          <p:nvPr/>
        </p:nvPicPr>
        <p:blipFill>
          <a:blip xmlns:r="http://schemas.openxmlformats.org/officeDocument/2006/relationships" r:embed="rId2"/>
          <a:stretch>
            <a:fillRect/>
          </a:stretch>
        </p:blipFill>
        <p:spPr>
          <a:xfrm>
            <a:off x="428311" y="202336"/>
            <a:ext cx="1295082" cy="1504729"/>
          </a:xfrm>
          <a:prstGeom prst="rect"/>
        </p:spPr>
      </p:pic>
      <p:sp>
        <p:nvSpPr>
          <p:cNvPr id="1048614" name="TextBox 5"/>
          <p:cNvSpPr txBox="1"/>
          <p:nvPr/>
        </p:nvSpPr>
        <p:spPr>
          <a:xfrm>
            <a:off x="1642295" y="5014144"/>
            <a:ext cx="10225670" cy="1348740"/>
          </a:xfrm>
          <a:prstGeom prst="rect"/>
          <a:noFill/>
        </p:spPr>
        <p:txBody>
          <a:bodyPr rtlCol="0" wrap="square">
            <a:spAutoFit/>
          </a:bodyPr>
          <a:p>
            <a:r>
              <a:rPr dirty="0" sz="2000" lang="en-US">
                <a:solidFill>
                  <a:srgbClr val="7030A0"/>
                </a:solidFill>
                <a:latin typeface="Times New Roman" panose="02020603050405020304" pitchFamily="18" charset="0"/>
                <a:cs typeface="Times New Roman" panose="02020603050405020304" pitchFamily="18" charset="0"/>
              </a:rPr>
              <a:t>Presented by</a:t>
            </a:r>
            <a:r>
              <a:rPr dirty="0" lang="en-US">
                <a:solidFill>
                  <a:srgbClr val="7030A0"/>
                </a:solidFill>
                <a:latin typeface="Times New Roman" panose="02020603050405020304" pitchFamily="18" charset="0"/>
                <a:cs typeface="Times New Roman" panose="02020603050405020304" pitchFamily="18" charset="0"/>
              </a:rPr>
              <a:t>:                                                                                                   </a:t>
            </a:r>
            <a:r>
              <a:rPr dirty="0" sz="2000" lang="en-US">
                <a:solidFill>
                  <a:srgbClr val="7030A0"/>
                </a:solidFill>
                <a:latin typeface="Times New Roman" panose="02020603050405020304" pitchFamily="18" charset="0"/>
                <a:cs typeface="Times New Roman" panose="02020603050405020304" pitchFamily="18" charset="0"/>
              </a:rPr>
              <a:t>Under the guidance of:                                                                                                                                                                                                                                                                                                                                                                                                                    </a:t>
            </a:r>
          </a:p>
          <a:p>
            <a:r>
              <a:rPr dirty="0" sz="1400" lang="en-US">
                <a:solidFill>
                  <a:schemeClr val="tx2">
                    <a:lumMod val="50000"/>
                  </a:schemeClr>
                </a:solidFill>
                <a:latin typeface="Times New Roman" panose="02020603050405020304" pitchFamily="18" charset="0"/>
                <a:cs typeface="Times New Roman" panose="02020603050405020304" pitchFamily="18" charset="0"/>
              </a:rPr>
              <a:t>HITHASHREE  HP                                                                                                                              Ms . </a:t>
            </a:r>
            <a:r>
              <a:rPr dirty="0" sz="1400" lang="en-US">
                <a:latin typeface="Times New Roman" panose="02020603050405020304" pitchFamily="18" charset="0"/>
                <a:cs typeface="Times New Roman" panose="02020603050405020304" pitchFamily="18" charset="0"/>
              </a:rPr>
              <a:t>SMITHA  K</a:t>
            </a:r>
            <a:endParaRPr dirty="0" sz="1400" lang="en-US">
              <a:solidFill>
                <a:schemeClr val="tx2">
                  <a:lumMod val="50000"/>
                </a:schemeClr>
              </a:solidFill>
              <a:latin typeface="Times New Roman" panose="02020603050405020304" pitchFamily="18" charset="0"/>
              <a:cs typeface="Times New Roman" panose="02020603050405020304" pitchFamily="18" charset="0"/>
            </a:endParaRPr>
          </a:p>
          <a:p>
            <a:r>
              <a:rPr dirty="0" sz="1400" lang="en-US">
                <a:solidFill>
                  <a:schemeClr val="tx2">
                    <a:lumMod val="50000"/>
                  </a:schemeClr>
                </a:solidFill>
                <a:latin typeface="Times New Roman" panose="02020603050405020304" pitchFamily="18" charset="0"/>
                <a:cs typeface="Times New Roman" panose="02020603050405020304" pitchFamily="18" charset="0"/>
              </a:rPr>
              <a:t>LAVANYA  BN                                                                                                                                     Asst. </a:t>
            </a:r>
            <a:r>
              <a:rPr sz="1400" lang="en-US">
                <a:solidFill>
                  <a:schemeClr val="tx2">
                    <a:lumMod val="50000"/>
                  </a:schemeClr>
                </a:solidFill>
                <a:latin typeface="Times New Roman" panose="02020603050405020304" pitchFamily="18" charset="0"/>
                <a:cs typeface="Times New Roman" panose="02020603050405020304" pitchFamily="18" charset="0"/>
              </a:rPr>
              <a:t>Professor</a:t>
            </a:r>
            <a:endParaRPr dirty="0" sz="1400" lang="en-US">
              <a:solidFill>
                <a:schemeClr val="tx2">
                  <a:lumMod val="50000"/>
                </a:schemeClr>
              </a:solidFill>
              <a:latin typeface="Times New Roman" panose="02020603050405020304" pitchFamily="18" charset="0"/>
              <a:cs typeface="Times New Roman" panose="02020603050405020304" pitchFamily="18" charset="0"/>
            </a:endParaRPr>
          </a:p>
          <a:p>
            <a:r>
              <a:rPr dirty="0" sz="1400" lang="en-US">
                <a:solidFill>
                  <a:schemeClr val="tx2">
                    <a:lumMod val="50000"/>
                  </a:schemeClr>
                </a:solidFill>
                <a:latin typeface="Times New Roman" panose="02020603050405020304" pitchFamily="18" charset="0"/>
                <a:cs typeface="Times New Roman" panose="02020603050405020304" pitchFamily="18" charset="0"/>
              </a:rPr>
              <a:t>SUMA  T                                                                                                                                               Dept. of  AI&amp; ML</a:t>
            </a:r>
            <a:endParaRPr dirty="0" sz="1400" lang="en-IN">
              <a:solidFill>
                <a:schemeClr val="tx2">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21" name="Title 1"/>
          <p:cNvSpPr>
            <a:spLocks noGrp="1"/>
          </p:cNvSpPr>
          <p:nvPr>
            <p:ph type="title"/>
          </p:nvPr>
        </p:nvSpPr>
        <p:spPr>
          <a:xfrm>
            <a:off x="2209467" y="643774"/>
            <a:ext cx="8911687" cy="1280890"/>
          </a:xfrm>
        </p:spPr>
        <p:txBody>
          <a:bodyPr>
            <a:normAutofit/>
          </a:bodyPr>
          <a:p>
            <a:r>
              <a:rPr b="1" dirty="0" lang="en-US">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rPr>
              <a:t>                   CONTENTS</a:t>
            </a:r>
            <a:endParaRPr b="1" dirty="0" lang="en-IN">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endParaRPr>
          </a:p>
        </p:txBody>
      </p:sp>
      <p:sp>
        <p:nvSpPr>
          <p:cNvPr id="1048622" name="Content Placeholder 2"/>
          <p:cNvSpPr>
            <a:spLocks noGrp="1"/>
          </p:cNvSpPr>
          <p:nvPr>
            <p:ph idx="1"/>
          </p:nvPr>
        </p:nvSpPr>
        <p:spPr>
          <a:xfrm>
            <a:off x="1572322" y="1639230"/>
            <a:ext cx="9552545" cy="4616604"/>
          </a:xfrm>
        </p:spPr>
        <p:txBody>
          <a:bodyPr>
            <a:normAutofit fontScale="94444" lnSpcReduction="10000"/>
          </a:bodyPr>
          <a:p>
            <a:pPr algn="just">
              <a:lnSpc>
                <a:spcPct val="150000"/>
              </a:lnSpc>
              <a:buFont typeface="Wingdings" panose="05000000000000000000" pitchFamily="2" charset="2"/>
              <a:buChar char="Ø"/>
            </a:pPr>
            <a:r>
              <a:rPr dirty="0" sz="1900" lang="en-US">
                <a:latin typeface="Times New Roman" panose="02020603050405020304" pitchFamily="18" charset="0"/>
                <a:cs typeface="Times New Roman" panose="02020603050405020304" pitchFamily="18" charset="0"/>
              </a:rPr>
              <a:t>Abstract</a:t>
            </a:r>
          </a:p>
          <a:p>
            <a:pPr algn="just">
              <a:lnSpc>
                <a:spcPct val="120000"/>
              </a:lnSpc>
              <a:buFont typeface="Wingdings" panose="05000000000000000000" pitchFamily="2" charset="2"/>
              <a:buChar char="Ø"/>
            </a:pPr>
            <a:r>
              <a:rPr dirty="0" sz="1900" lang="en-US">
                <a:latin typeface="Times New Roman" panose="02020603050405020304" pitchFamily="18" charset="0"/>
                <a:cs typeface="Times New Roman" panose="02020603050405020304" pitchFamily="18" charset="0"/>
              </a:rPr>
              <a:t>Introduction </a:t>
            </a:r>
          </a:p>
          <a:p>
            <a:pPr algn="just">
              <a:lnSpc>
                <a:spcPct val="120000"/>
              </a:lnSpc>
              <a:buFont typeface="Wingdings" panose="05000000000000000000" pitchFamily="2" charset="2"/>
              <a:buChar char="Ø"/>
            </a:pPr>
            <a:r>
              <a:rPr dirty="0" sz="1900" lang="en-US">
                <a:latin typeface="Times New Roman" panose="02020603050405020304" pitchFamily="18" charset="0"/>
                <a:cs typeface="Times New Roman" panose="02020603050405020304" pitchFamily="18" charset="0"/>
              </a:rPr>
              <a:t>Literature Review </a:t>
            </a:r>
            <a:endParaRPr dirty="0" sz="1900" lang="en-US">
              <a:highlight>
                <a:srgbClr val="FFFF00"/>
              </a:highlight>
              <a:latin typeface="Times New Roman" panose="02020603050405020304" pitchFamily="18" charset="0"/>
              <a:cs typeface="Times New Roman" panose="02020603050405020304" pitchFamily="18" charset="0"/>
            </a:endParaRPr>
          </a:p>
          <a:p>
            <a:pPr algn="just">
              <a:lnSpc>
                <a:spcPct val="120000"/>
              </a:lnSpc>
              <a:buFont typeface="Wingdings" panose="05000000000000000000" pitchFamily="2" charset="2"/>
              <a:buChar char="Ø"/>
            </a:pPr>
            <a:r>
              <a:rPr dirty="0" sz="1900" lang="en-US">
                <a:latin typeface="Times New Roman" pitchFamily="18" charset="0"/>
                <a:cs typeface="Times New Roman" pitchFamily="18" charset="0"/>
              </a:rPr>
              <a:t>System Analysis</a:t>
            </a:r>
          </a:p>
          <a:p>
            <a:pPr algn="just">
              <a:lnSpc>
                <a:spcPct val="120000"/>
              </a:lnSpc>
              <a:buFont typeface="Wingdings" panose="05000000000000000000" pitchFamily="2" charset="2"/>
              <a:buChar char="Ø"/>
            </a:pPr>
            <a:r>
              <a:rPr dirty="0" sz="1900" lang="en-US">
                <a:latin typeface="Times New Roman" pitchFamily="18" charset="0"/>
                <a:cs typeface="Times New Roman" pitchFamily="18" charset="0"/>
              </a:rPr>
              <a:t>System Requirement</a:t>
            </a:r>
          </a:p>
          <a:p>
            <a:pPr algn="just">
              <a:lnSpc>
                <a:spcPct val="120000"/>
              </a:lnSpc>
              <a:buFont typeface="Wingdings" panose="05000000000000000000" pitchFamily="2" charset="2"/>
              <a:buChar char="Ø"/>
            </a:pPr>
            <a:r>
              <a:rPr dirty="0" sz="1900" lang="en-US">
                <a:latin typeface="Times New Roman" pitchFamily="18" charset="0"/>
                <a:cs typeface="Times New Roman" pitchFamily="18" charset="0"/>
              </a:rPr>
              <a:t>System Architecture</a:t>
            </a:r>
          </a:p>
          <a:p>
            <a:pPr algn="just">
              <a:lnSpc>
                <a:spcPct val="120000"/>
              </a:lnSpc>
              <a:buFont typeface="Wingdings" panose="05000000000000000000" pitchFamily="2" charset="2"/>
              <a:buChar char="Ø"/>
            </a:pPr>
            <a:r>
              <a:rPr dirty="0" sz="1900" lang="en-US">
                <a:latin typeface="Times New Roman" pitchFamily="18" charset="0"/>
                <a:cs typeface="Times New Roman" pitchFamily="18" charset="0"/>
              </a:rPr>
              <a:t>Implementation</a:t>
            </a:r>
          </a:p>
          <a:p>
            <a:pPr algn="just">
              <a:lnSpc>
                <a:spcPct val="120000"/>
              </a:lnSpc>
              <a:buFont typeface="Wingdings" panose="05000000000000000000" pitchFamily="2" charset="2"/>
              <a:buChar char="Ø"/>
            </a:pPr>
            <a:r>
              <a:rPr dirty="0" sz="1900" lang="en-US">
                <a:latin typeface="Times New Roman" pitchFamily="18" charset="0"/>
                <a:cs typeface="Times New Roman" pitchFamily="18" charset="0"/>
              </a:rPr>
              <a:t>Result &amp; snapshots</a:t>
            </a:r>
          </a:p>
          <a:p>
            <a:pPr algn="just">
              <a:lnSpc>
                <a:spcPct val="120000"/>
              </a:lnSpc>
              <a:buFont typeface="Wingdings" panose="05000000000000000000" pitchFamily="2" charset="2"/>
              <a:buChar char="Ø"/>
            </a:pPr>
            <a:r>
              <a:rPr dirty="0" sz="1900" lang="en-US">
                <a:latin typeface="Times New Roman" pitchFamily="18" charset="0"/>
                <a:cs typeface="Times New Roman" pitchFamily="18" charset="0"/>
              </a:rPr>
              <a:t>Conclusion</a:t>
            </a:r>
          </a:p>
          <a:p>
            <a:pPr algn="just">
              <a:lnSpc>
                <a:spcPct val="120000"/>
              </a:lnSpc>
              <a:buFont typeface="Wingdings" panose="05000000000000000000" pitchFamily="2" charset="2"/>
              <a:buChar char="Ø"/>
            </a:pPr>
            <a:r>
              <a:rPr dirty="0" sz="1900" lang="en-IN">
                <a:latin typeface="Times New Roman" panose="02020603050405020304" pitchFamily="18" charset="0"/>
                <a:cs typeface="Times New Roman" panose="02020603050405020304" pitchFamily="18" charset="0"/>
              </a:rPr>
              <a:t> References</a:t>
            </a:r>
          </a:p>
          <a:p>
            <a:endParaRPr dirty="0"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28" name="Title 1"/>
          <p:cNvSpPr>
            <a:spLocks noGrp="1"/>
          </p:cNvSpPr>
          <p:nvPr>
            <p:ph type="title"/>
          </p:nvPr>
        </p:nvSpPr>
        <p:spPr>
          <a:xfrm>
            <a:off x="1584960" y="548640"/>
            <a:ext cx="9919651" cy="965200"/>
          </a:xfrm>
        </p:spPr>
        <p:txBody>
          <a:bodyPr/>
          <a:p>
            <a:r>
              <a:rPr b="1" dirty="0" lang="en-US">
                <a:latin typeface="Times New Roman" pitchFamily="18" charset="0"/>
                <a:cs typeface="Times New Roman" pitchFamily="18" charset="0"/>
              </a:rPr>
              <a:t>ABSTRACT</a:t>
            </a:r>
          </a:p>
        </p:txBody>
      </p:sp>
      <p:sp>
        <p:nvSpPr>
          <p:cNvPr id="1048629" name="Rectangle 2"/>
          <p:cNvSpPr/>
          <p:nvPr/>
        </p:nvSpPr>
        <p:spPr>
          <a:xfrm>
            <a:off x="1237786" y="1635760"/>
            <a:ext cx="9835376" cy="3139440"/>
          </a:xfrm>
          <a:prstGeom prst="rect"/>
        </p:spPr>
        <p:txBody>
          <a:bodyPr wrap="square">
            <a:spAutoFit/>
          </a:bodyPr>
          <a:p>
            <a:pPr indent="-342900" marL="342900">
              <a:lnSpc>
                <a:spcPct val="200000"/>
              </a:lnSpc>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Built a system to classify one text into multiple categories using BERT</a:t>
            </a:r>
            <a:r>
              <a:rPr dirty="0" sz="2000" lang="en-US">
                <a:latin typeface="Times New Roman" panose="02020603050405020304" pitchFamily="18" charset="0"/>
                <a:cs typeface="Times New Roman" panose="02020603050405020304" pitchFamily="18" charset="0"/>
              </a:rPr>
              <a:t>.</a:t>
            </a:r>
            <a:r>
              <a:rPr dirty="0" sz="2000" lang="en-US">
                <a:latin typeface="Times New Roman" panose="02020603050405020304" pitchFamily="18" charset="0"/>
                <a:cs typeface="Times New Roman" panose="02020603050405020304" pitchFamily="18" charset="0"/>
              </a:rPr>
              <a:t> </a:t>
            </a:r>
            <a:endParaRPr altLang="en-US" lang="zh-CN"/>
          </a:p>
          <a:p>
            <a:pPr indent="-342900" marL="342900">
              <a:lnSpc>
                <a:spcPct val="200000"/>
              </a:lnSpc>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Improved performance using data augmentation (paraphrasing, </a:t>
            </a:r>
            <a:r>
              <a:rPr dirty="0" sz="2000" lang="en-US" err="1">
                <a:latin typeface="Times New Roman" panose="02020603050405020304" pitchFamily="18" charset="0"/>
                <a:cs typeface="Times New Roman" panose="02020603050405020304" pitchFamily="18" charset="0"/>
              </a:rPr>
              <a:t>summarizing</a:t>
            </a:r>
            <a:r>
              <a:rPr dirty="0" sz="2000" lang="en-US" err="1">
                <a:latin typeface="Times New Roman" panose="02020603050405020304" pitchFamily="18" charset="0"/>
                <a:cs typeface="Times New Roman" panose="02020603050405020304" pitchFamily="18" charset="0"/>
              </a:rPr>
              <a:t>)</a:t>
            </a:r>
            <a:r>
              <a:rPr dirty="0" sz="2000" lang="en-US" err="1">
                <a:latin typeface="Times New Roman" panose="02020603050405020304" pitchFamily="18" charset="0"/>
                <a:cs typeface="Times New Roman" panose="02020603050405020304" pitchFamily="18" charset="0"/>
              </a:rPr>
              <a:t> </a:t>
            </a:r>
            <a:endParaRPr altLang="en-US" lang="zh-CN"/>
          </a:p>
          <a:p>
            <a:pPr indent="-342900" marL="342900">
              <a:lnSpc>
                <a:spcPct val="200000"/>
              </a:lnSpc>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Preprocessed data and trained model using BCE loss and </a:t>
            </a:r>
            <a:r>
              <a:rPr dirty="0" sz="2000" lang="en-US" err="1">
                <a:latin typeface="Times New Roman" panose="02020603050405020304" pitchFamily="18" charset="0"/>
                <a:cs typeface="Times New Roman" panose="02020603050405020304" pitchFamily="18" charset="0"/>
              </a:rPr>
              <a:t>AdamW</a:t>
            </a:r>
            <a:r>
              <a:rPr dirty="0" sz="2000" lang="en-US">
                <a:latin typeface="Times New Roman" panose="02020603050405020304" pitchFamily="18" charset="0"/>
                <a:cs typeface="Times New Roman" panose="02020603050405020304" pitchFamily="18" charset="0"/>
              </a:rPr>
              <a:t> optimizer</a:t>
            </a:r>
            <a:r>
              <a:rPr dirty="0" sz="2000" lang="en-US">
                <a:latin typeface="Times New Roman" panose="02020603050405020304" pitchFamily="18" charset="0"/>
                <a:cs typeface="Times New Roman" panose="02020603050405020304" pitchFamily="18" charset="0"/>
              </a:rPr>
              <a:t>.</a:t>
            </a:r>
            <a:r>
              <a:rPr dirty="0" sz="2000" lang="en-US">
                <a:latin typeface="Times New Roman" panose="02020603050405020304" pitchFamily="18" charset="0"/>
                <a:cs typeface="Times New Roman" panose="02020603050405020304" pitchFamily="18" charset="0"/>
              </a:rPr>
              <a:t> </a:t>
            </a:r>
            <a:endParaRPr altLang="en-US" lang="zh-CN"/>
          </a:p>
          <a:p>
            <a:pPr indent="-342900" marL="342900">
              <a:lnSpc>
                <a:spcPct val="200000"/>
              </a:lnSpc>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Evaluated model using Micro-F1 and Macro-F1 scores</a:t>
            </a:r>
            <a:r>
              <a:rPr dirty="0" sz="2000" lang="en-US">
                <a:latin typeface="Times New Roman" panose="02020603050405020304" pitchFamily="18" charset="0"/>
                <a:cs typeface="Times New Roman" panose="02020603050405020304" pitchFamily="18" charset="0"/>
              </a:rPr>
              <a:t>.</a:t>
            </a:r>
            <a:r>
              <a:rPr dirty="0" sz="2000" lang="en-US">
                <a:latin typeface="Times New Roman" panose="02020603050405020304" pitchFamily="18" charset="0"/>
                <a:cs typeface="Times New Roman" panose="02020603050405020304" pitchFamily="18" charset="0"/>
              </a:rPr>
              <a:t> </a:t>
            </a:r>
            <a:endParaRPr altLang="en-US" lang="zh-CN"/>
          </a:p>
          <a:p>
            <a:pPr indent="-342900" marL="342900">
              <a:lnSpc>
                <a:spcPct val="200000"/>
              </a:lnSpc>
              <a:buFont typeface="Wingdings" panose="05000000000000000000" pitchFamily="2" charset="2"/>
              <a:buChar char="Ø"/>
            </a:pPr>
            <a:r>
              <a:rPr dirty="0" sz="2000" lang="en-US">
                <a:latin typeface="Times New Roman" panose="02020603050405020304" pitchFamily="18" charset="0"/>
                <a:cs typeface="Times New Roman" panose="02020603050405020304" pitchFamily="18" charset="0"/>
              </a:rPr>
              <a:t>Deployed system using a Flask web app for real-time prediction.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30" name="Title 1"/>
          <p:cNvSpPr>
            <a:spLocks noGrp="1"/>
          </p:cNvSpPr>
          <p:nvPr>
            <p:ph type="title"/>
          </p:nvPr>
        </p:nvSpPr>
        <p:spPr>
          <a:xfrm>
            <a:off x="1885002" y="624110"/>
            <a:ext cx="8911687" cy="1280890"/>
          </a:xfrm>
        </p:spPr>
        <p:txBody>
          <a:bodyPr>
            <a:normAutofit/>
          </a:bodyPr>
          <a:p>
            <a:r>
              <a:rPr b="1" dirty="0" lang="en-US">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rPr>
              <a:t>  INTRODUCTION</a:t>
            </a:r>
            <a:endParaRPr b="1" dirty="0" lang="en-IN">
              <a:effectLst>
                <a:outerShdw algn="tl" blurRad="38100" dir="2700000" dist="38100">
                  <a:srgbClr val="000000">
                    <a:alpha val="43137"/>
                  </a:srgbClr>
                </a:outerShdw>
              </a:effectLst>
              <a:latin typeface="Times New Roman" panose="02020603050405020304" pitchFamily="18" charset="0"/>
              <a:cs typeface="Times New Roman" panose="02020603050405020304" pitchFamily="18" charset="0"/>
            </a:endParaRPr>
          </a:p>
        </p:txBody>
      </p:sp>
      <p:sp>
        <p:nvSpPr>
          <p:cNvPr id="1048631" name="Content Placeholder 2"/>
          <p:cNvSpPr>
            <a:spLocks noGrp="1"/>
          </p:cNvSpPr>
          <p:nvPr>
            <p:ph idx="1"/>
          </p:nvPr>
        </p:nvSpPr>
        <p:spPr>
          <a:xfrm>
            <a:off x="981308" y="1572323"/>
            <a:ext cx="10357252" cy="4928230"/>
          </a:xfrm>
        </p:spPr>
        <p:txBody>
          <a:bodyPr>
            <a:normAutofit/>
          </a:bodyPr>
          <a:p>
            <a:pPr algn="just">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Text classification means automatically assigning categories or labels to a given text based on its </a:t>
            </a:r>
            <a:r>
              <a:rPr dirty="0" lang="en-US" err="1">
                <a:latin typeface="Times New Roman" panose="02020603050405020304" pitchFamily="18" charset="0"/>
                <a:cs typeface="Times New Roman" panose="02020603050405020304" pitchFamily="18" charset="0"/>
              </a:rPr>
              <a:t>conten</a:t>
            </a:r>
            <a:r>
              <a:rPr dirty="0" lang="en-US" err="1">
                <a:latin typeface="Times New Roman" panose="02020603050405020304" pitchFamily="18" charset="0"/>
                <a:cs typeface="Times New Roman" panose="02020603050405020304" pitchFamily="18" charset="0"/>
              </a:rPr>
              <a:t>t</a:t>
            </a:r>
            <a:r>
              <a:rPr dirty="0" lang="en-US" err="1">
                <a:latin typeface="Times New Roman" panose="02020603050405020304" pitchFamily="18" charset="0"/>
                <a:cs typeface="Times New Roman" panose="02020603050405020304" pitchFamily="18" charset="0"/>
              </a:rPr>
              <a:t>.</a:t>
            </a:r>
            <a:r>
              <a:rPr dirty="0" lang="en-US" err="1">
                <a:latin typeface="Times New Roman" panose="02020603050405020304" pitchFamily="18" charset="0"/>
                <a:cs typeface="Times New Roman" panose="02020603050405020304" pitchFamily="18" charset="0"/>
              </a:rPr>
              <a:t> </a:t>
            </a:r>
            <a:endParaRPr dirty="0" lang="en-US">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In real life, One text can have multiple labels and less data for some labels</a:t>
            </a:r>
            <a:r>
              <a:rPr dirty="0" lang="en-US">
                <a:latin typeface="Times New Roman" panose="02020603050405020304" pitchFamily="18" charset="0"/>
                <a:cs typeface="Times New Roman" panose="02020603050405020304" pitchFamily="18" charset="0"/>
              </a:rPr>
              <a:t>.</a:t>
            </a:r>
            <a:r>
              <a:rPr dirty="0" lang="en-US">
                <a:latin typeface="Times New Roman" panose="02020603050405020304" pitchFamily="18" charset="0"/>
                <a:cs typeface="Times New Roman" panose="02020603050405020304" pitchFamily="18" charset="0"/>
              </a:rPr>
              <a:t> </a:t>
            </a:r>
            <a:endParaRPr altLang="en-US" lang="zh-CN"/>
          </a:p>
          <a:p>
            <a:pPr algn="just">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We  </a:t>
            </a:r>
            <a:r>
              <a:rPr dirty="0" lang="en-US" err="1">
                <a:latin typeface="Times New Roman" panose="02020603050405020304" pitchFamily="18" charset="0"/>
                <a:cs typeface="Times New Roman" panose="02020603050405020304" pitchFamily="18" charset="0"/>
              </a:rPr>
              <a:t>used</a:t>
            </a:r>
            <a:r>
              <a:rPr dirty="0" lang="en-US">
                <a:latin typeface="Times New Roman" panose="02020603050405020304" pitchFamily="18" charset="0"/>
                <a:cs typeface="Times New Roman" panose="02020603050405020304" pitchFamily="18" charset="0"/>
              </a:rPr>
              <a:t> BERT + data augmentation to improve learning </a:t>
            </a:r>
            <a:r>
              <a:rPr dirty="0" lang="en-US">
                <a:latin typeface="Times New Roman" panose="02020603050405020304" pitchFamily="18" charset="0"/>
                <a:cs typeface="Times New Roman" panose="02020603050405020304" pitchFamily="18" charset="0"/>
              </a:rPr>
              <a:t>.</a:t>
            </a:r>
            <a:r>
              <a:rPr dirty="0" lang="en-US">
                <a:latin typeface="Times New Roman" panose="02020603050405020304" pitchFamily="18" charset="0"/>
                <a:cs typeface="Times New Roman" panose="02020603050405020304" pitchFamily="18" charset="0"/>
              </a:rPr>
              <a:t> </a:t>
            </a:r>
            <a:endParaRPr altLang="en-US" lang="zh-CN"/>
          </a:p>
          <a:p>
            <a:pPr algn="just">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Our model is Better accuracy in predicting multiple labels</a:t>
            </a:r>
            <a:r>
              <a:rPr dirty="0" lang="en-US">
                <a:latin typeface="Times New Roman" panose="02020603050405020304" pitchFamily="18" charset="0"/>
                <a:cs typeface="Times New Roman" panose="02020603050405020304" pitchFamily="18" charset="0"/>
              </a:rPr>
              <a:t>.</a:t>
            </a:r>
            <a:r>
              <a:rPr dirty="0" lang="en-US">
                <a:latin typeface="Times New Roman" panose="02020603050405020304" pitchFamily="18" charset="0"/>
                <a:cs typeface="Times New Roman" panose="02020603050405020304" pitchFamily="18" charset="0"/>
              </a:rPr>
              <a:t> </a:t>
            </a:r>
            <a:endParaRPr altLang="en-US" lang="zh-CN"/>
          </a:p>
          <a:p>
            <a:pPr algn="just">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 It better Handles multi-label, improves rare labels, gives real-time output</a:t>
            </a:r>
            <a:r>
              <a:rPr dirty="0" lang="en-US">
                <a:latin typeface="Times New Roman" panose="02020603050405020304" pitchFamily="18" charset="0"/>
                <a:cs typeface="Times New Roman" panose="02020603050405020304" pitchFamily="18" charset="0"/>
              </a:rPr>
              <a:t>.</a:t>
            </a:r>
            <a:r>
              <a:rPr dirty="0" lang="en-US">
                <a:latin typeface="Times New Roman" panose="02020603050405020304" pitchFamily="18" charset="0"/>
                <a:cs typeface="Times New Roman" panose="02020603050405020304" pitchFamily="18" charset="0"/>
              </a:rPr>
              <a:t> </a:t>
            </a:r>
            <a:endParaRPr altLang="en-US" lang="zh-CN"/>
          </a:p>
          <a:p>
            <a:pPr algn="just" indent="0" marL="0">
              <a:buNone/>
            </a:pPr>
            <a:endParaRPr b="1" dirty="0" lang="en-IN">
              <a:latin typeface="Times New Roman" panose="02020603050405020304" pitchFamily="18" charset="0"/>
              <a:cs typeface="Times New Roman" panose="02020603050405020304" pitchFamily="18" charset="0"/>
            </a:endParaRPr>
          </a:p>
          <a:p>
            <a:pPr algn="just" indent="0" marL="0">
              <a:buNone/>
            </a:pPr>
            <a:r>
              <a:rPr b="1" dirty="0" lang="en-IN">
                <a:latin typeface="Times New Roman" panose="02020603050405020304" pitchFamily="18" charset="0"/>
                <a:cs typeface="Times New Roman" panose="02020603050405020304" pitchFamily="18" charset="0"/>
              </a:rPr>
              <a:t>OBJECTIVE:</a:t>
            </a:r>
          </a:p>
          <a:p>
            <a:pPr algn="just">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To improve text classification performance using AI-generated data.</a:t>
            </a:r>
          </a:p>
          <a:p>
            <a:pPr algn="just">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To combine original and generated data for effective model training.</a:t>
            </a:r>
          </a:p>
          <a:p>
            <a:pPr algn="just">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To compare Generative AI augmentation with traditional EDA techniques.</a:t>
            </a:r>
          </a:p>
          <a:p>
            <a:pPr algn="just">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To analyze model performance and understand predictions using Explainable AI </a:t>
            </a:r>
            <a:r>
              <a:rPr dirty="0" lang="en-US">
                <a:latin typeface="Times New Roman" panose="02020603050405020304" pitchFamily="18" charset="0"/>
                <a:cs typeface="Times New Roman" panose="02020603050405020304" pitchFamily="18" charset="0"/>
              </a:rPr>
              <a:t>.</a:t>
            </a:r>
            <a:r>
              <a:rPr dirty="0" lang="en-US">
                <a:latin typeface="Times New Roman" panose="02020603050405020304" pitchFamily="18" charset="0"/>
                <a:cs typeface="Times New Roman" panose="02020603050405020304" pitchFamily="18" charset="0"/>
              </a:rPr>
              <a:t> </a:t>
            </a:r>
            <a:endParaRPr altLang="en-US" lang="zh-CN"/>
          </a:p>
          <a:p>
            <a:pPr algn="just" indent="0" marL="0">
              <a:buNone/>
            </a:pPr>
            <a:endParaRPr dirty="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32" name="Title 1"/>
          <p:cNvSpPr>
            <a:spLocks noGrp="1"/>
          </p:cNvSpPr>
          <p:nvPr>
            <p:ph type="title"/>
          </p:nvPr>
        </p:nvSpPr>
        <p:spPr>
          <a:xfrm>
            <a:off x="1579417" y="624110"/>
            <a:ext cx="9925195" cy="1280890"/>
          </a:xfrm>
        </p:spPr>
        <p:txBody>
          <a:bodyPr>
            <a:normAutofit fontScale="90000"/>
          </a:bodyPr>
          <a:p>
            <a:r>
              <a:rPr dirty="0" lang="en-US">
                <a:latin typeface="Times New Roman" panose="02020603050405020304" pitchFamily="18" charset="0"/>
                <a:cs typeface="Times New Roman" panose="02020603050405020304" pitchFamily="18" charset="0"/>
              </a:rPr>
              <a:t> </a:t>
            </a:r>
            <a:r>
              <a:rPr b="1" dirty="0" sz="4000" lang="en-US">
                <a:latin typeface="Times New Roman" pitchFamily="18" charset="0"/>
                <a:cs typeface="Times New Roman" pitchFamily="18" charset="0"/>
              </a:rPr>
              <a:t>LITERATURE REVIEW</a:t>
            </a:r>
            <a:br>
              <a:rPr dirty="0" lang="en-US">
                <a:latin typeface="Times New Roman" panose="02020603050405020304" pitchFamily="18" charset="0"/>
                <a:cs typeface="Times New Roman" panose="02020603050405020304" pitchFamily="18" charset="0"/>
              </a:rPr>
            </a:br>
            <a:br>
              <a:rPr dirty="0" lang="en-IN">
                <a:latin typeface="Times New Roman" panose="02020603050405020304" pitchFamily="18" charset="0"/>
                <a:cs typeface="Times New Roman" panose="02020603050405020304" pitchFamily="18" charset="0"/>
              </a:rPr>
            </a:br>
            <a:endParaRPr dirty="0" lang="en-IN"/>
          </a:p>
        </p:txBody>
      </p:sp>
      <p:graphicFrame>
        <p:nvGraphicFramePr>
          <p:cNvPr id="4194304" name="Content Placeholder 3"/>
          <p:cNvGraphicFramePr>
            <a:graphicFrameLocks noGrp="1"/>
          </p:cNvGraphicFramePr>
          <p:nvPr>
            <p:ph idx="1"/>
          </p:nvPr>
        </p:nvGraphicFramePr>
        <p:xfrm>
          <a:off x="555171" y="2209661"/>
          <a:ext cx="11154861" cy="3566160"/>
        </p:xfrm>
        <a:graphic>
          <a:graphicData uri="http://schemas.openxmlformats.org/drawingml/2006/table">
            <a:tbl>
              <a:tblPr firstRow="1" bandRow="1">
                <a:tableStyleId>{5C22544A-7EE6-4342-B048-85BDC9FD1C3A}</a:tableStyleId>
              </a:tblPr>
              <a:tblGrid>
                <a:gridCol w="425789"/>
                <a:gridCol w="1500983"/>
                <a:gridCol w="1550968"/>
                <a:gridCol w="4454075"/>
                <a:gridCol w="3223046"/>
              </a:tblGrid>
              <a:tr h="342346">
                <a:tc>
                  <a:txBody>
                    <a:bodyPr/>
                    <a:p>
                      <a:r>
                        <a:rPr dirty="0" lang="en-US">
                          <a:latin typeface="Times New Roman" pitchFamily="18" charset="0"/>
                          <a:cs typeface="Times New Roman" pitchFamily="18" charset="0"/>
                        </a:rPr>
                        <a:t>SL.NO</a:t>
                      </a:r>
                    </a:p>
                  </a:txBody>
                </a:tc>
                <a:tc>
                  <a:txBody>
                    <a:bodyPr/>
                    <a:p>
                      <a:r>
                        <a:rPr dirty="0" lang="en-US">
                          <a:latin typeface="Times New Roman" pitchFamily="18" charset="0"/>
                          <a:cs typeface="Times New Roman" pitchFamily="18" charset="0"/>
                        </a:rPr>
                        <a:t>TITLE</a:t>
                      </a:r>
                    </a:p>
                  </a:txBody>
                </a:tc>
                <a:tc>
                  <a:txBody>
                    <a:bodyPr/>
                    <a:p>
                      <a:r>
                        <a:rPr dirty="0" lang="en-US">
                          <a:latin typeface="Times New Roman" pitchFamily="18" charset="0"/>
                          <a:cs typeface="Times New Roman" pitchFamily="18" charset="0"/>
                        </a:rPr>
                        <a:t>AUTHOR &amp; YEAR</a:t>
                      </a:r>
                    </a:p>
                  </a:txBody>
                </a:tc>
                <a:tc>
                  <a:txBody>
                    <a:bodyPr/>
                    <a:p>
                      <a:r>
                        <a:rPr dirty="0" lang="en-US">
                          <a:latin typeface="Times New Roman" pitchFamily="18" charset="0"/>
                          <a:cs typeface="Times New Roman" pitchFamily="18" charset="0"/>
                        </a:rPr>
                        <a:t>METHODOLOGY USED</a:t>
                      </a:r>
                    </a:p>
                  </a:txBody>
                </a:tc>
                <a:tc>
                  <a:txBody>
                    <a:bodyPr/>
                    <a:p>
                      <a:r>
                        <a:rPr dirty="0" lang="en-US">
                          <a:latin typeface="Times New Roman" pitchFamily="18" charset="0"/>
                          <a:cs typeface="Times New Roman" pitchFamily="18" charset="0"/>
                        </a:rPr>
                        <a:t>LIMITATIONS</a:t>
                      </a:r>
                    </a:p>
                  </a:txBody>
                </a:tc>
              </a:tr>
              <a:tr h="1149398">
                <a:tc>
                  <a:txBody>
                    <a:bodyPr/>
                    <a:p>
                      <a:r>
                        <a:rPr dirty="0" lang="en-US">
                          <a:latin typeface="Times New Roman" pitchFamily="18" charset="0"/>
                          <a:cs typeface="Times New Roman" pitchFamily="18" charset="0"/>
                        </a:rPr>
                        <a:t>1</a:t>
                      </a:r>
                    </a:p>
                  </a:txBody>
                </a:tc>
                <a:tc>
                  <a:txBody>
                    <a:bodyPr/>
                    <a:p>
                      <a:pPr>
                        <a:buNone/>
                      </a:pPr>
                      <a:r>
                        <a:rPr dirty="0" sz="1800" lang="en-US">
                          <a:latin typeface="Times New Roman" panose="02020603050405020304" pitchFamily="18" charset="0"/>
                          <a:cs typeface="Times New Roman" panose="02020603050405020304" pitchFamily="18" charset="0"/>
                        </a:rPr>
                        <a:t>Back-translation for Text Classification</a:t>
                      </a:r>
                    </a:p>
                  </a:txBody>
                </a:tc>
                <a:tc>
                  <a:txBody>
                    <a:bodyPr/>
                    <a:p>
                      <a:pPr>
                        <a:buNone/>
                      </a:pPr>
                      <a:r>
                        <a:rPr dirty="0" sz="1800" lang="en-US">
                          <a:latin typeface="Times New Roman" panose="02020603050405020304" pitchFamily="18" charset="0"/>
                          <a:cs typeface="Times New Roman" panose="02020603050405020304" pitchFamily="18" charset="0"/>
                        </a:rPr>
                        <a:t>PLOS ONE, 2025</a:t>
                      </a:r>
                    </a:p>
                  </a:txBody>
                </a:tc>
                <a:tc>
                  <a:txBody>
                    <a:bodyPr/>
                    <a:p>
                      <a:pPr algn="l" defTabSz="457200" eaLnBrk="1" fontAlgn="auto" hangingPunct="1" indent="0" latinLnBrk="0" lvl="0" marL="0" marR="0" rtl="0">
                        <a:lnSpc>
                          <a:spcPct val="100000"/>
                        </a:lnSpc>
                        <a:spcBef>
                          <a:spcPts val="0"/>
                        </a:spcBef>
                        <a:spcAft>
                          <a:spcPts val="0"/>
                        </a:spcAft>
                        <a:buClrTx/>
                        <a:buSzTx/>
                        <a:buFontTx/>
                        <a:buNone/>
                      </a:pPr>
                      <a:r>
                        <a:rPr dirty="0" lang="en-US">
                          <a:latin typeface="Times New Roman" panose="02020603050405020304" pitchFamily="18" charset="0"/>
                          <a:cs typeface="Times New Roman" panose="02020603050405020304" pitchFamily="18" charset="0"/>
                        </a:rPr>
                        <a:t> </a:t>
                      </a:r>
                      <a:r>
                        <a:rPr dirty="0" sz="1800" lang="en-US">
                          <a:latin typeface="Times New Roman" panose="02020603050405020304" pitchFamily="18" charset="0"/>
                          <a:cs typeface="Times New Roman" panose="02020603050405020304" pitchFamily="18" charset="0"/>
                        </a:rPr>
                        <a:t>Translate-to-other-language and back to create paraphrases</a:t>
                      </a:r>
                    </a:p>
                    <a:p>
                      <a:endParaRPr dirty="0" lang="en-US">
                        <a:latin typeface="Times New Roman" panose="02020603050405020304" pitchFamily="18" charset="0"/>
                        <a:cs typeface="Times New Roman" panose="02020603050405020304" pitchFamily="18" charset="0"/>
                      </a:endParaRPr>
                    </a:p>
                  </a:txBody>
                </a:tc>
                <a:tc>
                  <a:txBody>
                    <a:bodyPr/>
                    <a:p>
                      <a:pPr>
                        <a:buNone/>
                      </a:pPr>
                      <a:r>
                        <a:rPr dirty="0" sz="1800" lang="en-US">
                          <a:latin typeface="Times New Roman" panose="02020603050405020304" pitchFamily="18" charset="0"/>
                          <a:cs typeface="Times New Roman" panose="02020603050405020304" pitchFamily="18" charset="0"/>
                        </a:rPr>
                        <a:t>Translation cost; possible domain drift</a:t>
                      </a:r>
                    </a:p>
                  </a:txBody>
                </a:tc>
              </a:tr>
              <a:tr h="1149398">
                <a:tc>
                  <a:txBody>
                    <a:bodyPr/>
                    <a:p>
                      <a:r>
                        <a:rPr dirty="0" lang="en-US">
                          <a:latin typeface="Times New Roman" pitchFamily="18" charset="0"/>
                          <a:cs typeface="Times New Roman" pitchFamily="18" charset="0"/>
                        </a:rPr>
                        <a:t>2</a:t>
                      </a:r>
                    </a:p>
                  </a:txBody>
                </a:tc>
                <a:tc>
                  <a:txBody>
                    <a:bodyPr/>
                    <a:p>
                      <a:pPr>
                        <a:buNone/>
                      </a:pPr>
                      <a:r>
                        <a:rPr dirty="0" sz="1800" lang="en-US">
                          <a:latin typeface="Times New Roman" panose="02020603050405020304" pitchFamily="18" charset="0"/>
                          <a:cs typeface="Times New Roman" panose="02020603050405020304" pitchFamily="18" charset="0"/>
                        </a:rPr>
                        <a:t>Systematic Review of LLM-based Augmentation</a:t>
                      </a:r>
                    </a:p>
                  </a:txBody>
                </a:tc>
                <a:tc>
                  <a:txBody>
                    <a:bodyPr/>
                    <a:p>
                      <a:pPr>
                        <a:buNone/>
                      </a:pPr>
                      <a:r>
                        <a:rPr dirty="0" sz="1800" lang="en-US">
                          <a:latin typeface="Times New Roman" panose="02020603050405020304" pitchFamily="18" charset="0"/>
                          <a:cs typeface="Times New Roman" panose="02020603050405020304" pitchFamily="18" charset="0"/>
                        </a:rPr>
                        <a:t>EDM, 2025</a:t>
                      </a:r>
                    </a:p>
                    <a:p>
                      <a:pPr>
                        <a:buNone/>
                      </a:pPr>
                      <a:endParaRPr dirty="0" lang="en-IN">
                        <a:latin typeface="Times New Roman" panose="02020603050405020304" pitchFamily="18" charset="0"/>
                        <a:cs typeface="Times New Roman" panose="02020603050405020304" pitchFamily="18" charset="0"/>
                      </a:endParaRPr>
                    </a:p>
                  </a:txBody>
                  <a:tcPr anchor="ctr"/>
                </a:tc>
                <a:tc>
                  <a:txBody>
                    <a:bodyPr/>
                    <a:p>
                      <a:pPr>
                        <a:buNone/>
                      </a:pPr>
                      <a:r>
                        <a:rPr dirty="0" sz="1800" lang="en-US">
                          <a:latin typeface="Times New Roman" panose="02020603050405020304" pitchFamily="18" charset="0"/>
                          <a:cs typeface="Times New Roman" panose="02020603050405020304" pitchFamily="18" charset="0"/>
                        </a:rPr>
                        <a:t>LLM-based augmentation, rewriting, RAG, hybrid methods</a:t>
                      </a:r>
                    </a:p>
                  </a:txBody>
                </a:tc>
                <a:tc>
                  <a:txBody>
                    <a:bodyPr/>
                    <a:p>
                      <a:pPr algn="l" defTabSz="457200" eaLnBrk="1" fontAlgn="auto" hangingPunct="1" indent="0" latinLnBrk="0" lvl="0" marL="0" marR="0" rtl="0">
                        <a:lnSpc>
                          <a:spcPct val="100000"/>
                        </a:lnSpc>
                        <a:spcBef>
                          <a:spcPts val="0"/>
                        </a:spcBef>
                        <a:spcAft>
                          <a:spcPts val="0"/>
                        </a:spcAft>
                        <a:buClrTx/>
                        <a:buSzTx/>
                        <a:buFontTx/>
                        <a:buNone/>
                      </a:pPr>
                      <a:r>
                        <a:rPr dirty="0" sz="1800" lang="en-US">
                          <a:latin typeface="Times New Roman" panose="02020603050405020304" pitchFamily="18" charset="0"/>
                          <a:cs typeface="Times New Roman" panose="02020603050405020304" pitchFamily="18" charset="0"/>
                        </a:rPr>
                        <a:t>Quality control challenges; bias and cost concerns</a:t>
                      </a:r>
                    </a:p>
                    <a:p>
                      <a:pPr>
                        <a:buNone/>
                      </a:pPr>
                      <a:r>
                        <a:rPr dirty="0" lang="en-US">
                          <a:latin typeface="Times New Roman" panose="02020603050405020304" pitchFamily="18" charset="0"/>
                          <a:cs typeface="Times New Roman" panose="02020603050405020304" pitchFamily="18" charset="0"/>
                        </a:rPr>
                        <a:t>.</a:t>
                      </a:r>
                    </a:p>
                  </a:txBody>
                  <a:tcPr anchor="ct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graphicFrame>
        <p:nvGraphicFramePr>
          <p:cNvPr id="4194305" name="Content Placeholder 4"/>
          <p:cNvGraphicFramePr>
            <a:graphicFrameLocks noGrp="1"/>
          </p:cNvGraphicFramePr>
          <p:nvPr>
            <p:ph idx="1"/>
          </p:nvPr>
        </p:nvGraphicFramePr>
        <p:xfrm>
          <a:off x="1143000" y="1306287"/>
          <a:ext cx="10122654" cy="3969698"/>
        </p:xfrm>
        <a:graphic>
          <a:graphicData uri="http://schemas.openxmlformats.org/drawingml/2006/table">
            <a:tbl>
              <a:tblPr firstRow="1" bandRow="1">
                <a:tableStyleId>{5C22544A-7EE6-4342-B048-85BDC9FD1C3A}</a:tableStyleId>
              </a:tblPr>
              <a:tblGrid>
                <a:gridCol w="354330"/>
                <a:gridCol w="1788824"/>
                <a:gridCol w="1393371"/>
                <a:gridCol w="3550075"/>
                <a:gridCol w="3036054"/>
              </a:tblGrid>
              <a:tr h="1730062">
                <a:tc>
                  <a:txBody>
                    <a:bodyPr/>
                    <a:p>
                      <a:r>
                        <a:rPr dirty="0" lang="en-US">
                          <a:latin typeface="Times New Roman" panose="02020603050405020304" pitchFamily="18" charset="0"/>
                          <a:cs typeface="Times New Roman" panose="02020603050405020304" pitchFamily="18" charset="0"/>
                        </a:rPr>
                        <a:t>3</a:t>
                      </a:r>
                      <a:endParaRPr dirty="0" lang="en-IN">
                        <a:latin typeface="Times New Roman" panose="02020603050405020304" pitchFamily="18" charset="0"/>
                        <a:cs typeface="Times New Roman" panose="02020603050405020304" pitchFamily="18" charset="0"/>
                      </a:endParaRPr>
                    </a:p>
                  </a:txBody>
                </a:tc>
                <a:tc>
                  <a:txBody>
                    <a:bodyPr/>
                    <a:p>
                      <a:pPr algn="l" defTabSz="457200" eaLnBrk="1" fontAlgn="auto" hangingPunct="1" indent="0" latinLnBrk="0" lvl="0" marL="0" marR="0" rtl="0">
                        <a:lnSpc>
                          <a:spcPct val="100000"/>
                        </a:lnSpc>
                        <a:spcBef>
                          <a:spcPts val="0"/>
                        </a:spcBef>
                        <a:spcAft>
                          <a:spcPts val="0"/>
                        </a:spcAft>
                        <a:buClrTx/>
                        <a:buSzTx/>
                        <a:buFontTx/>
                        <a:buNone/>
                      </a:pPr>
                      <a:r>
                        <a:rPr dirty="0" sz="1800" lang="en-US">
                          <a:latin typeface="Times New Roman" panose="02020603050405020304" pitchFamily="18" charset="0"/>
                          <a:cs typeface="Times New Roman" panose="02020603050405020304" pitchFamily="18" charset="0"/>
                        </a:rPr>
                        <a:t>Impact of Text Data Augmentation Across Dataset Sizes</a:t>
                      </a:r>
                    </a:p>
                    <a:p>
                      <a:endParaRPr dirty="0" lang="en-IN">
                        <a:latin typeface="Times New Roman" panose="02020603050405020304" pitchFamily="18" charset="0"/>
                        <a:cs typeface="Times New Roman" panose="02020603050405020304" pitchFamily="18" charset="0"/>
                      </a:endParaRPr>
                    </a:p>
                  </a:txBody>
                </a:tc>
                <a:tc>
                  <a:txBody>
                    <a:bodyPr/>
                    <a:p>
                      <a:pPr>
                        <a:buNone/>
                      </a:pPr>
                      <a:r>
                        <a:rPr dirty="0" sz="1800" lang="en-US">
                          <a:latin typeface="Times New Roman" panose="02020603050405020304" pitchFamily="18" charset="0"/>
                          <a:cs typeface="Times New Roman" panose="02020603050405020304" pitchFamily="18" charset="0"/>
                        </a:rPr>
                        <a:t>Elsevier Procedia CS, 2024</a:t>
                      </a:r>
                    </a:p>
                  </a:txBody>
                </a:tc>
                <a:tc>
                  <a:txBody>
                    <a:bodyPr/>
                    <a:p>
                      <a:pPr>
                        <a:buNone/>
                      </a:pPr>
                      <a:r>
                        <a:rPr dirty="0" sz="1800" lang="en-US">
                          <a:latin typeface="Times New Roman" panose="02020603050405020304" pitchFamily="18" charset="0"/>
                          <a:cs typeface="Times New Roman" panose="02020603050405020304" pitchFamily="18" charset="0"/>
                        </a:rPr>
                        <a:t>Multiple DA methods across small/medium/large datasets</a:t>
                      </a:r>
                    </a:p>
                  </a:txBody>
                </a:tc>
                <a:tc>
                  <a:txBody>
                    <a:bodyPr/>
                    <a:p>
                      <a:pPr algn="l" defTabSz="457200" eaLnBrk="1" fontAlgn="auto" hangingPunct="1" indent="0" latinLnBrk="0" lvl="0" marL="0" marR="0" rtl="0">
                        <a:lnSpc>
                          <a:spcPct val="100000"/>
                        </a:lnSpc>
                        <a:spcBef>
                          <a:spcPts val="0"/>
                        </a:spcBef>
                        <a:spcAft>
                          <a:spcPts val="0"/>
                        </a:spcAft>
                        <a:buClrTx/>
                        <a:buSzTx/>
                        <a:buFontTx/>
                        <a:buNone/>
                      </a:pPr>
                      <a:r>
                        <a:rPr dirty="0" sz="1800" lang="en-US">
                          <a:latin typeface="Times New Roman" panose="02020603050405020304" pitchFamily="18" charset="0"/>
                          <a:cs typeface="Times New Roman" panose="02020603050405020304" pitchFamily="18" charset="0"/>
                        </a:rPr>
                        <a:t>Effects vary across models; not universally beneficial</a:t>
                      </a:r>
                    </a:p>
                    <a:p>
                      <a:pPr>
                        <a:buNone/>
                      </a:pPr>
                      <a:endParaRPr dirty="0" lang="en-US">
                        <a:latin typeface="Times New Roman" panose="02020603050405020304" pitchFamily="18" charset="0"/>
                        <a:cs typeface="Times New Roman" panose="02020603050405020304" pitchFamily="18" charset="0"/>
                      </a:endParaRPr>
                    </a:p>
                  </a:txBody>
                  <a:tcPr anchor="ctr"/>
                </a:tc>
              </a:tr>
              <a:tr h="2232338">
                <a:tc>
                  <a:txBody>
                    <a:bodyPr/>
                    <a:p>
                      <a:r>
                        <a:rPr dirty="0" lang="en-US">
                          <a:latin typeface="Times New Roman" panose="02020603050405020304" pitchFamily="18" charset="0"/>
                          <a:cs typeface="Times New Roman" panose="02020603050405020304" pitchFamily="18" charset="0"/>
                        </a:rPr>
                        <a:t>4</a:t>
                      </a:r>
                      <a:endParaRPr dirty="0" lang="en-IN">
                        <a:latin typeface="Times New Roman" panose="02020603050405020304" pitchFamily="18" charset="0"/>
                        <a:cs typeface="Times New Roman" panose="02020603050405020304" pitchFamily="18" charset="0"/>
                      </a:endParaRPr>
                    </a:p>
                  </a:txBody>
                </a:tc>
                <a:tc>
                  <a:txBody>
                    <a:bodyPr/>
                    <a:p>
                      <a:pPr>
                        <a:buNone/>
                      </a:pPr>
                      <a:r>
                        <a:rPr b="1" dirty="0" sz="1800" lang="en-US">
                          <a:latin typeface="Times New Roman" panose="02020603050405020304" pitchFamily="18" charset="0"/>
                          <a:cs typeface="Times New Roman" panose="02020603050405020304" pitchFamily="18" charset="0"/>
                        </a:rPr>
                        <a:t>Graph-Augmented Prompt Tuning for Low-resource Text</a:t>
                      </a:r>
                    </a:p>
                  </a:txBody>
                </a:tc>
                <a:tc>
                  <a:txBody>
                    <a:bodyPr/>
                    <a:p>
                      <a:pPr>
                        <a:buNone/>
                      </a:pPr>
                      <a:r>
                        <a:rPr b="1" dirty="0" sz="1800" lang="en-US" err="1">
                          <a:latin typeface="Times New Roman" panose="02020603050405020304" pitchFamily="18" charset="0"/>
                          <a:cs typeface="Times New Roman" panose="02020603050405020304" pitchFamily="18" charset="0"/>
                        </a:rPr>
                        <a:t>arXiv</a:t>
                      </a:r>
                      <a:r>
                        <a:rPr b="1" dirty="0" sz="1800" lang="en-US">
                          <a:latin typeface="Times New Roman" panose="02020603050405020304" pitchFamily="18" charset="0"/>
                          <a:cs typeface="Times New Roman" panose="02020603050405020304" pitchFamily="18" charset="0"/>
                        </a:rPr>
                        <a:t>, 2023</a:t>
                      </a:r>
                    </a:p>
                  </a:txBody>
                  <a:tcPr anchor="ctr"/>
                </a:tc>
                <a:tc>
                  <a:txBody>
                    <a:bodyPr/>
                    <a:p>
                      <a:pPr algn="l" defTabSz="914400" eaLnBrk="1" fontAlgn="auto" hangingPunct="1" indent="0" latinLnBrk="0" lvl="0" marL="0" marR="0" rtl="0">
                        <a:lnSpc>
                          <a:spcPct val="100000"/>
                        </a:lnSpc>
                        <a:spcBef>
                          <a:spcPts val="0"/>
                        </a:spcBef>
                        <a:spcAft>
                          <a:spcPts val="0"/>
                        </a:spcAft>
                        <a:buClrTx/>
                        <a:buSzTx/>
                        <a:buFontTx/>
                        <a:buNone/>
                      </a:pPr>
                      <a:r>
                        <a:rPr baseline="0" b="1" cap="none" dirty="0" sz="1800" i="0" kern="1200" kumimoji="0" lang="en-US" noProof="0" normalizeH="0" spc="0" strike="noStrike" u="none">
                          <a:ln>
                            <a:noFill/>
                          </a:ln>
                          <a:solidFill>
                            <a:prstClr val="black"/>
                          </a:solidFill>
                          <a:effectLst/>
                          <a:uLnTx/>
                          <a:uFillTx/>
                          <a:latin typeface="Times New Roman" panose="02020603050405020304" pitchFamily="18" charset="0"/>
                          <a:ea typeface="+mn-ea"/>
                          <a:cs typeface="Times New Roman" panose="02020603050405020304" pitchFamily="18" charset="0"/>
                        </a:rPr>
                        <a:t>Combines graph structure with continuous prompt tuning</a:t>
                      </a:r>
                    </a:p>
                  </a:txBody>
                </a:tc>
                <a:tc>
                  <a:txBody>
                    <a:bodyPr/>
                    <a:p>
                      <a:pPr>
                        <a:buNone/>
                      </a:pPr>
                      <a:r>
                        <a:rPr b="1" dirty="0" sz="1800" lang="en-US">
                          <a:latin typeface="Times New Roman" panose="02020603050405020304" pitchFamily="18" charset="0"/>
                          <a:cs typeface="Times New Roman" panose="02020603050405020304" pitchFamily="18" charset="0"/>
                        </a:rPr>
                        <a:t>Complex and resource</a:t>
                      </a:r>
                    </a:p>
                    <a:p>
                      <a:pPr>
                        <a:buNone/>
                      </a:pPr>
                      <a:r>
                        <a:rPr b="1" dirty="0" sz="1800" lang="en-US">
                          <a:latin typeface="Times New Roman" panose="02020603050405020304" pitchFamily="18" charset="0"/>
                          <a:cs typeface="Times New Roman" panose="02020603050405020304" pitchFamily="18" charset="0"/>
                        </a:rPr>
                        <a:t>-heavy</a:t>
                      </a:r>
                    </a:p>
                  </a:txBody>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36" name="Title 1"/>
          <p:cNvSpPr>
            <a:spLocks noGrp="1"/>
          </p:cNvSpPr>
          <p:nvPr>
            <p:ph type="title"/>
          </p:nvPr>
        </p:nvSpPr>
        <p:spPr>
          <a:xfrm>
            <a:off x="2592925" y="624110"/>
            <a:ext cx="8911687" cy="706850"/>
          </a:xfrm>
        </p:spPr>
        <p:txBody>
          <a:bodyPr/>
          <a:p>
            <a:r>
              <a:rPr b="1" dirty="0" lang="en-US">
                <a:latin typeface="Times New Roman" panose="02020603050405020304" pitchFamily="18" charset="0"/>
                <a:cs typeface="Times New Roman" panose="02020603050405020304" pitchFamily="18" charset="0"/>
              </a:rPr>
              <a:t>SYSTEM ANALYSIS</a:t>
            </a:r>
            <a:endParaRPr b="1" dirty="0" lang="en-IN">
              <a:latin typeface="Times New Roman" panose="02020603050405020304" pitchFamily="18" charset="0"/>
              <a:cs typeface="Times New Roman" panose="02020603050405020304" pitchFamily="18" charset="0"/>
            </a:endParaRPr>
          </a:p>
        </p:txBody>
      </p:sp>
      <p:sp>
        <p:nvSpPr>
          <p:cNvPr id="1048637" name="Content Placeholder 2"/>
          <p:cNvSpPr>
            <a:spLocks noGrp="1"/>
          </p:cNvSpPr>
          <p:nvPr>
            <p:ph idx="1"/>
          </p:nvPr>
        </p:nvSpPr>
        <p:spPr>
          <a:xfrm>
            <a:off x="1584960" y="1402080"/>
            <a:ext cx="10515600" cy="5374640"/>
          </a:xfrm>
        </p:spPr>
        <p:txBody>
          <a:bodyPr>
            <a:normAutofit/>
          </a:bodyPr>
          <a:p>
            <a:pPr indent="0" marL="0">
              <a:lnSpc>
                <a:spcPct val="150000"/>
              </a:lnSpc>
              <a:buNone/>
            </a:pPr>
            <a:r>
              <a:rPr b="1" dirty="0" sz="3100" lang="en-US">
                <a:latin typeface="Times New Roman" panose="02020603050405020304" pitchFamily="18" charset="0"/>
                <a:cs typeface="Times New Roman" panose="02020603050405020304" pitchFamily="18" charset="0"/>
              </a:rPr>
              <a:t>Existing System</a:t>
            </a:r>
          </a:p>
          <a:p>
            <a:pPr>
              <a:lnSpc>
                <a:spcPct val="150000"/>
              </a:lnSpc>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In the existing system, models like BERT are trained directly using the available data. When the dataset is imbalanced, models do not learn all topics properly.</a:t>
            </a:r>
          </a:p>
          <a:p>
            <a:pPr>
              <a:lnSpc>
                <a:spcPct val="150000"/>
              </a:lnSpc>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Train a classifier using original dataset.</a:t>
            </a:r>
          </a:p>
          <a:p>
            <a:pPr>
              <a:lnSpc>
                <a:spcPct val="150000"/>
              </a:lnSpc>
              <a:buFont typeface="Wingdings" panose="05000000000000000000" pitchFamily="2" charset="2"/>
              <a:buChar char="Ø"/>
            </a:pPr>
            <a:r>
              <a:rPr dirty="0" sz="2200" lang="en-US">
                <a:latin typeface="Times New Roman" panose="02020603050405020304" pitchFamily="18" charset="0"/>
                <a:cs typeface="Times New Roman" panose="02020603050405020304" pitchFamily="18" charset="0"/>
              </a:rPr>
              <a:t>Handle imbalance using Oversampling simple EDA techniques (synonym replacement, random swap, deletion)</a:t>
            </a:r>
          </a:p>
          <a:p>
            <a:pPr indent="0" marL="0">
              <a:lnSpc>
                <a:spcPct val="150000"/>
              </a:lnSpc>
              <a:buNone/>
            </a:pPr>
            <a:r>
              <a:rPr b="1" dirty="0" sz="3100" lang="en-US">
                <a:latin typeface="Times New Roman" panose="02020603050405020304" pitchFamily="18" charset="0"/>
                <a:cs typeface="Times New Roman" panose="02020603050405020304" pitchFamily="18" charset="0"/>
              </a:rPr>
              <a:t>Disadvantages of Existing System</a:t>
            </a:r>
          </a:p>
          <a:p>
            <a:pPr>
              <a:lnSpc>
                <a:spcPct val="150000"/>
              </a:lnSpc>
              <a:buFont typeface="Wingdings" panose="05000000000000000000" pitchFamily="2" charset="2"/>
              <a:buChar char="Ø"/>
            </a:pPr>
            <a:r>
              <a:rPr altLang="en-US" b="1" dirty="0" sz="2200" lang="en-US">
                <a:latin typeface="Times New Roman" panose="02020603050405020304" pitchFamily="18" charset="0"/>
                <a:cs typeface="Times New Roman" panose="02020603050405020304" pitchFamily="18" charset="0"/>
              </a:rPr>
              <a:t>Poor Minority-Class Performance: </a:t>
            </a:r>
            <a:r>
              <a:rPr altLang="en-US" dirty="0" sz="2200" lang="en-US">
                <a:latin typeface="Times New Roman" panose="02020603050405020304" pitchFamily="18" charset="0"/>
                <a:cs typeface="Times New Roman" panose="02020603050405020304" pitchFamily="18" charset="0"/>
              </a:rPr>
              <a:t>Rare labels receive limited training examples.</a:t>
            </a:r>
          </a:p>
          <a:p>
            <a:pPr>
              <a:lnSpc>
                <a:spcPct val="150000"/>
              </a:lnSpc>
              <a:buFont typeface="Wingdings" panose="05000000000000000000" pitchFamily="2" charset="2"/>
              <a:buChar char="Ø"/>
            </a:pPr>
            <a:r>
              <a:rPr altLang="en-US" b="1" dirty="0" sz="2200" lang="en-US">
                <a:latin typeface="Times New Roman" panose="02020603050405020304" pitchFamily="18" charset="0"/>
                <a:cs typeface="Times New Roman" panose="02020603050405020304" pitchFamily="18" charset="0"/>
              </a:rPr>
              <a:t>Limited Data Diversity: </a:t>
            </a:r>
            <a:r>
              <a:rPr altLang="en-US" dirty="0" sz="2200" lang="en-US">
                <a:latin typeface="Times New Roman" panose="02020603050405020304" pitchFamily="18" charset="0"/>
                <a:cs typeface="Times New Roman" panose="02020603050405020304" pitchFamily="18" charset="0"/>
              </a:rPr>
              <a:t>Oversampling only duplicates existing samples without adding new information.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38" name="Content Placeholder 2"/>
          <p:cNvSpPr>
            <a:spLocks noGrp="1"/>
          </p:cNvSpPr>
          <p:nvPr>
            <p:ph idx="1"/>
          </p:nvPr>
        </p:nvSpPr>
        <p:spPr>
          <a:xfrm>
            <a:off x="1666240" y="833120"/>
            <a:ext cx="9838372" cy="6024880"/>
          </a:xfrm>
        </p:spPr>
        <p:txBody>
          <a:bodyPr>
            <a:normAutofit/>
          </a:bodyPr>
          <a:p>
            <a:pPr algn="just" indent="0" marL="0">
              <a:buNone/>
            </a:pPr>
            <a:r>
              <a:rPr b="1" dirty="0" sz="2400" lang="en-US">
                <a:latin typeface="Times New Roman" panose="02020603050405020304" pitchFamily="18" charset="0"/>
                <a:cs typeface="Times New Roman" panose="02020603050405020304" pitchFamily="18" charset="0"/>
              </a:rPr>
              <a:t>Proposed System</a:t>
            </a:r>
          </a:p>
          <a:p>
            <a:pPr algn="just">
              <a:lnSpc>
                <a:spcPct val="150000"/>
              </a:lnSpc>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The proposed system integrates Generative AI–aided data augmentation with multi-label classification.</a:t>
            </a:r>
          </a:p>
          <a:p>
            <a:pPr algn="just">
              <a:lnSpc>
                <a:spcPct val="150000"/>
              </a:lnSpc>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Controlled-length generation (e.g., 50 / 150 / 256 words).</a:t>
            </a:r>
          </a:p>
          <a:p>
            <a:pPr algn="just">
              <a:lnSpc>
                <a:spcPct val="150000"/>
              </a:lnSpc>
              <a:buFont typeface="Wingdings" panose="05000000000000000000" pitchFamily="2" charset="2"/>
              <a:buChar char="Ø"/>
            </a:pPr>
            <a:r>
              <a:rPr dirty="0" lang="en-US">
                <a:latin typeface="Times New Roman" panose="02020603050405020304" pitchFamily="18" charset="0"/>
                <a:cs typeface="Times New Roman" panose="02020603050405020304" pitchFamily="18" charset="0"/>
              </a:rPr>
              <a:t>Training advanced models such as BERT ,CNN ,HiSAN</a:t>
            </a:r>
            <a:r>
              <a:rPr dirty="0" lang="en-US">
                <a:latin typeface="Times New Roman" panose="02020603050405020304" pitchFamily="18" charset="0"/>
                <a:cs typeface="Times New Roman" panose="02020603050405020304" pitchFamily="18" charset="0"/>
              </a:rPr>
              <a:t>.</a:t>
            </a:r>
            <a:endParaRPr altLang="en-US" lang="zh-CN"/>
          </a:p>
          <a:p>
            <a:pPr algn="just" indent="0" marL="0">
              <a:buNone/>
            </a:pPr>
            <a:endParaRPr dirty="0" lang="en-US">
              <a:latin typeface="Times New Roman" panose="02020603050405020304" pitchFamily="18" charset="0"/>
              <a:cs typeface="Times New Roman" panose="02020603050405020304" pitchFamily="18" charset="0"/>
            </a:endParaRPr>
          </a:p>
          <a:p>
            <a:pPr algn="just" indent="0" marL="0">
              <a:buNone/>
            </a:pPr>
            <a:endParaRPr dirty="0" lang="en-US">
              <a:latin typeface="Times New Roman" panose="02020603050405020304" pitchFamily="18" charset="0"/>
              <a:cs typeface="Times New Roman" panose="02020603050405020304" pitchFamily="18" charset="0"/>
            </a:endParaRPr>
          </a:p>
          <a:p>
            <a:pPr algn="just" indent="0" marL="0">
              <a:buNone/>
            </a:pPr>
            <a:r>
              <a:rPr b="1" dirty="0" sz="2400" lang="en-US">
                <a:latin typeface="Times New Roman" panose="02020603050405020304" pitchFamily="18" charset="0"/>
                <a:cs typeface="Times New Roman" panose="02020603050405020304" pitchFamily="18" charset="0"/>
              </a:rPr>
              <a:t>Advantages of Proposed System</a:t>
            </a:r>
          </a:p>
          <a:p>
            <a:pPr algn="just">
              <a:lnSpc>
                <a:spcPct val="150000"/>
              </a:lnSpc>
              <a:buFont typeface="Wingdings" panose="05000000000000000000" pitchFamily="2" charset="2"/>
              <a:buChar char="Ø"/>
            </a:pPr>
            <a:r>
              <a:rPr altLang="en-US" b="1" dirty="0" sz="1800" lang="en-US">
                <a:latin typeface="Times New Roman" panose="02020603050405020304" pitchFamily="18" charset="0"/>
                <a:cs typeface="Times New Roman" panose="02020603050405020304" pitchFamily="18" charset="0"/>
              </a:rPr>
              <a:t>Higher Semantic Diversity: </a:t>
            </a:r>
            <a:r>
              <a:rPr altLang="en-US" dirty="0" sz="1800" lang="en-US">
                <a:latin typeface="Times New Roman" panose="02020603050405020304" pitchFamily="18" charset="0"/>
                <a:cs typeface="Times New Roman" panose="02020603050405020304" pitchFamily="18" charset="0"/>
              </a:rPr>
              <a:t>Synthetic samples add meaningful</a:t>
            </a:r>
            <a:r>
              <a:rPr altLang="en-US" dirty="0" lang="en-US">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altLang="en-US" b="1" dirty="0" sz="1800" lang="en-US">
                <a:latin typeface="Times New Roman" panose="02020603050405020304" pitchFamily="18" charset="0"/>
                <a:cs typeface="Times New Roman" panose="02020603050405020304" pitchFamily="18" charset="0"/>
              </a:rPr>
              <a:t>Faster Convergence: </a:t>
            </a:r>
            <a:r>
              <a:rPr altLang="en-US" dirty="0" sz="1800" lang="en-US">
                <a:latin typeface="Times New Roman" panose="02020603050405020304" pitchFamily="18" charset="0"/>
                <a:cs typeface="Times New Roman" panose="02020603050405020304" pitchFamily="18" charset="0"/>
              </a:rPr>
              <a:t>Attention-based models learn faster due to richer training data.</a:t>
            </a:r>
          </a:p>
          <a:p>
            <a:pPr algn="just">
              <a:lnSpc>
                <a:spcPct val="150000"/>
              </a:lnSpc>
              <a:buFont typeface="Wingdings" panose="05000000000000000000" pitchFamily="2" charset="2"/>
              <a:buChar char="Ø"/>
            </a:pPr>
            <a:r>
              <a:rPr altLang="en-US" b="1" dirty="0" sz="1800" lang="en-US">
                <a:latin typeface="Times New Roman" panose="02020603050405020304" pitchFamily="18" charset="0"/>
                <a:cs typeface="Times New Roman" panose="02020603050405020304" pitchFamily="18" charset="0"/>
              </a:rPr>
              <a:t>Practical &amp; Scalable Solution: </a:t>
            </a:r>
            <a:r>
              <a:rPr altLang="en-US" dirty="0" sz="1800" lang="en-US">
                <a:latin typeface="Times New Roman" panose="02020603050405020304" pitchFamily="18" charset="0"/>
                <a:cs typeface="Times New Roman" panose="02020603050405020304" pitchFamily="18" charset="0"/>
              </a:rPr>
              <a:t>Reduces dependency on expensive manual data collection.</a:t>
            </a:r>
          </a:p>
          <a:p>
            <a:pPr algn="just">
              <a:lnSpc>
                <a:spcPct val="150000"/>
              </a:lnSpc>
              <a:buFont typeface="Wingdings" panose="05000000000000000000" pitchFamily="2" charset="2"/>
              <a:buChar char="Ø"/>
            </a:pPr>
            <a:endParaRPr b="1" dirty="0" lang="en-US">
              <a:latin typeface="Times New Roman" panose="02020603050405020304" pitchFamily="18" charset="0"/>
              <a:cs typeface="Times New Roman" panose="02020603050405020304" pitchFamily="18" charset="0"/>
            </a:endParaRPr>
          </a:p>
          <a:p>
            <a:endParaRPr dirty="0"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39" name="Title 1"/>
          <p:cNvSpPr>
            <a:spLocks noGrp="1"/>
          </p:cNvSpPr>
          <p:nvPr>
            <p:ph type="title"/>
          </p:nvPr>
        </p:nvSpPr>
        <p:spPr/>
        <p:txBody>
          <a:bodyPr/>
          <a:p>
            <a:r>
              <a:rPr b="1" dirty="0" lang="en-US">
                <a:latin typeface="Times New Roman" panose="02020603050405020304" pitchFamily="18" charset="0"/>
                <a:cs typeface="Times New Roman" panose="02020603050405020304" pitchFamily="18" charset="0"/>
              </a:rPr>
              <a:t>SYSTEM  REQUIREMENTS</a:t>
            </a:r>
            <a:endParaRPr b="1" dirty="0" lang="en-IN">
              <a:latin typeface="Times New Roman" panose="02020603050405020304" pitchFamily="18" charset="0"/>
              <a:cs typeface="Times New Roman" panose="02020603050405020304" pitchFamily="18" charset="0"/>
            </a:endParaRPr>
          </a:p>
        </p:txBody>
      </p:sp>
      <p:sp>
        <p:nvSpPr>
          <p:cNvPr id="1048640" name="Content Placeholder 2"/>
          <p:cNvSpPr>
            <a:spLocks noGrp="1"/>
          </p:cNvSpPr>
          <p:nvPr>
            <p:ph idx="1"/>
          </p:nvPr>
        </p:nvSpPr>
        <p:spPr>
          <a:xfrm>
            <a:off x="1116419" y="1690577"/>
            <a:ext cx="10494334" cy="4763386"/>
          </a:xfrm>
        </p:spPr>
        <p:txBody>
          <a:bodyPr/>
          <a:p>
            <a:pPr>
              <a:buFont typeface="Wingdings" panose="05000000000000000000" pitchFamily="2" charset="2"/>
              <a:buChar char="Ø"/>
            </a:pPr>
            <a:r>
              <a:rPr b="1" dirty="0" lang="en-US">
                <a:latin typeface="Times New Roman" panose="02020603050405020304" pitchFamily="18" charset="0"/>
                <a:cs typeface="Times New Roman" panose="02020603050405020304" pitchFamily="18" charset="0"/>
              </a:rPr>
              <a:t>Hardware Requirements</a:t>
            </a:r>
          </a:p>
          <a:p>
            <a:pPr>
              <a:buFont typeface="Wingdings" panose="05000000000000000000" pitchFamily="2" charset="2"/>
              <a:buChar char="§"/>
            </a:pPr>
            <a:r>
              <a:rPr dirty="0" lang="en-US">
                <a:latin typeface="Times New Roman" panose="02020603050405020304" pitchFamily="18" charset="0"/>
                <a:cs typeface="Times New Roman" panose="02020603050405020304" pitchFamily="18" charset="0"/>
              </a:rPr>
              <a:t>Processor: Intel i5 or above</a:t>
            </a:r>
          </a:p>
          <a:p>
            <a:pPr>
              <a:buFont typeface="Wingdings" panose="05000000000000000000" pitchFamily="2" charset="2"/>
              <a:buChar char="§"/>
            </a:pPr>
            <a:r>
              <a:rPr dirty="0" lang="en-US">
                <a:latin typeface="Times New Roman" panose="02020603050405020304" pitchFamily="18" charset="0"/>
                <a:cs typeface="Times New Roman" panose="02020603050405020304" pitchFamily="18" charset="0"/>
              </a:rPr>
              <a:t>RAM: 8 GB minimum (16 GB recommended)</a:t>
            </a:r>
          </a:p>
          <a:p>
            <a:pPr>
              <a:buFont typeface="Wingdings" panose="05000000000000000000" pitchFamily="2" charset="2"/>
              <a:buChar char="§"/>
            </a:pPr>
            <a:r>
              <a:rPr dirty="0" lang="en-US">
                <a:latin typeface="Times New Roman" panose="02020603050405020304" pitchFamily="18" charset="0"/>
                <a:cs typeface="Times New Roman" panose="02020603050405020304" pitchFamily="18" charset="0"/>
              </a:rPr>
              <a:t>Storage: 256 GB or more</a:t>
            </a:r>
          </a:p>
          <a:p>
            <a:pPr>
              <a:buFont typeface="Wingdings" panose="05000000000000000000" pitchFamily="2" charset="2"/>
              <a:buChar char="§"/>
            </a:pPr>
            <a:r>
              <a:rPr dirty="0" lang="en-US">
                <a:latin typeface="Times New Roman" panose="02020603050405020304" pitchFamily="18" charset="0"/>
                <a:cs typeface="Times New Roman" panose="02020603050405020304" pitchFamily="18" charset="0"/>
              </a:rPr>
              <a:t>GPU : Helpful for faster model training</a:t>
            </a:r>
          </a:p>
          <a:p>
            <a:pPr>
              <a:buFont typeface="Wingdings" panose="05000000000000000000" pitchFamily="2" charset="2"/>
              <a:buChar char="Ø"/>
            </a:pPr>
            <a:r>
              <a:rPr b="1" dirty="0" lang="en-US">
                <a:latin typeface="Times New Roman" panose="02020603050405020304" pitchFamily="18" charset="0"/>
                <a:cs typeface="Times New Roman" panose="02020603050405020304" pitchFamily="18" charset="0"/>
              </a:rPr>
              <a:t>Software Requirements</a:t>
            </a:r>
          </a:p>
          <a:p>
            <a:pPr>
              <a:buFont typeface="Wingdings" panose="05000000000000000000" pitchFamily="2" charset="2"/>
              <a:buChar char="§"/>
            </a:pPr>
            <a:r>
              <a:rPr dirty="0" lang="en-US">
                <a:latin typeface="Times New Roman" panose="02020603050405020304" pitchFamily="18" charset="0"/>
                <a:cs typeface="Times New Roman" panose="02020603050405020304" pitchFamily="18" charset="0"/>
              </a:rPr>
              <a:t>Operating System: Windows / Linux / macOS</a:t>
            </a:r>
          </a:p>
          <a:p>
            <a:pPr>
              <a:buFont typeface="Wingdings" panose="05000000000000000000" pitchFamily="2" charset="2"/>
              <a:buChar char="§"/>
            </a:pPr>
            <a:r>
              <a:rPr dirty="0" lang="en-US">
                <a:latin typeface="Times New Roman" panose="02020603050405020304" pitchFamily="18" charset="0"/>
                <a:cs typeface="Times New Roman" panose="02020603050405020304" pitchFamily="18" charset="0"/>
              </a:rPr>
              <a:t>Programming Language: Python</a:t>
            </a:r>
          </a:p>
          <a:p>
            <a:pPr>
              <a:buFont typeface="Wingdings" panose="05000000000000000000" pitchFamily="2" charset="2"/>
              <a:buChar char="§"/>
            </a:pPr>
            <a:r>
              <a:rPr dirty="0" lang="en-US" err="1">
                <a:latin typeface="Times New Roman" panose="02020603050405020304" pitchFamily="18" charset="0"/>
                <a:cs typeface="Times New Roman" panose="02020603050405020304" pitchFamily="18" charset="0"/>
              </a:rPr>
              <a:t>Libraries:PyTorch</a:t>
            </a:r>
            <a:r>
              <a:rPr dirty="0" lang="en-US">
                <a:latin typeface="Times New Roman" panose="02020603050405020304" pitchFamily="18" charset="0"/>
                <a:cs typeface="Times New Roman" panose="02020603050405020304" pitchFamily="18" charset="0"/>
              </a:rPr>
              <a:t> / </a:t>
            </a:r>
            <a:r>
              <a:rPr dirty="0" lang="en-US" err="1">
                <a:latin typeface="Times New Roman" panose="02020603050405020304" pitchFamily="18" charset="0"/>
                <a:cs typeface="Times New Roman" panose="02020603050405020304" pitchFamily="18" charset="0"/>
              </a:rPr>
              <a:t>TensorFlowTransformers</a:t>
            </a:r>
            <a:r>
              <a:rPr dirty="0" lang="en-US">
                <a:latin typeface="Times New Roman" panose="02020603050405020304" pitchFamily="18" charset="0"/>
                <a:cs typeface="Times New Roman" panose="02020603050405020304" pitchFamily="18" charset="0"/>
              </a:rPr>
              <a:t> (BERT)Scikit-learn, Pandas, NumPy</a:t>
            </a:r>
          </a:p>
          <a:p>
            <a:pPr>
              <a:buFont typeface="Wingdings" panose="05000000000000000000" pitchFamily="2" charset="2"/>
              <a:buChar char="§"/>
            </a:pPr>
            <a:r>
              <a:rPr dirty="0" lang="en-US">
                <a:latin typeface="Times New Roman" panose="02020603050405020304" pitchFamily="18" charset="0"/>
                <a:cs typeface="Times New Roman" panose="02020603050405020304" pitchFamily="18" charset="0"/>
              </a:rPr>
              <a:t>Framework: Flask </a:t>
            </a:r>
          </a:p>
          <a:p>
            <a:pPr>
              <a:buFont typeface="Wingdings" panose="05000000000000000000" pitchFamily="2" charset="2"/>
              <a:buChar char="§"/>
            </a:pPr>
            <a:r>
              <a:rPr dirty="0" lang="en-US">
                <a:latin typeface="Times New Roman" panose="02020603050405020304" pitchFamily="18" charset="0"/>
                <a:cs typeface="Times New Roman" panose="02020603050405020304" pitchFamily="18" charset="0"/>
              </a:rPr>
              <a:t>Tools: </a:t>
            </a:r>
            <a:r>
              <a:rPr dirty="0" lang="en-US" err="1">
                <a:latin typeface="Times New Roman" panose="02020603050405020304" pitchFamily="18" charset="0"/>
                <a:cs typeface="Times New Roman" panose="02020603050405020304" pitchFamily="18" charset="0"/>
              </a:rPr>
              <a:t>Jupyter</a:t>
            </a:r>
            <a:r>
              <a:rPr dirty="0" lang="en-US">
                <a:latin typeface="Times New Roman" panose="02020603050405020304" pitchFamily="18" charset="0"/>
                <a:cs typeface="Times New Roman" panose="02020603050405020304" pitchFamily="18" charset="0"/>
              </a:rPr>
              <a:t> Notebook / VS Code</a:t>
            </a:r>
            <a:endParaRPr dirty="0" lang="en-IN"/>
          </a:p>
          <a:p>
            <a:endParaRPr dirty="0"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41" name="Title 1"/>
          <p:cNvSpPr>
            <a:spLocks noGrp="1"/>
          </p:cNvSpPr>
          <p:nvPr>
            <p:ph type="title"/>
          </p:nvPr>
        </p:nvSpPr>
        <p:spPr/>
        <p:txBody>
          <a:bodyPr/>
          <a:p>
            <a:r>
              <a:rPr b="1" dirty="0" lang="en-US">
                <a:latin typeface="Times New Roman" pitchFamily="18" charset="0"/>
                <a:cs typeface="Times New Roman" pitchFamily="18" charset="0"/>
              </a:rPr>
              <a:t>System Architecture</a:t>
            </a:r>
            <a:br>
              <a:rPr dirty="0" lang="en-US">
                <a:latin typeface="Times New Roman" pitchFamily="18" charset="0"/>
                <a:cs typeface="Times New Roman" pitchFamily="18" charset="0"/>
              </a:rPr>
            </a:br>
            <a:endParaRPr dirty="0" lang="en-IN"/>
          </a:p>
        </p:txBody>
      </p:sp>
      <p:pic>
        <p:nvPicPr>
          <p:cNvPr id="2097154" name="Content Placeholder 6"/>
          <p:cNvPicPr>
            <a:picLocks noChangeAspect="1" noGrp="1"/>
          </p:cNvPicPr>
          <p:nvPr>
            <p:ph idx="1"/>
          </p:nvPr>
        </p:nvPicPr>
        <p:blipFill>
          <a:blip xmlns:r="http://schemas.openxmlformats.org/officeDocument/2006/relationships" r:embed="rId1"/>
          <a:stretch>
            <a:fillRect/>
          </a:stretch>
        </p:blipFill>
        <p:spPr>
          <a:xfrm>
            <a:off x="1758950" y="2042160"/>
            <a:ext cx="8674099" cy="3778250"/>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42" name="Content Placeholder 2"/>
          <p:cNvSpPr>
            <a:spLocks noGrp="1"/>
          </p:cNvSpPr>
          <p:nvPr>
            <p:ph idx="1"/>
          </p:nvPr>
        </p:nvSpPr>
        <p:spPr>
          <a:xfrm>
            <a:off x="1781932" y="1017967"/>
            <a:ext cx="9706292" cy="5220342"/>
          </a:xfrm>
        </p:spPr>
        <p:txBody>
          <a:bodyPr>
            <a:normAutofit/>
          </a:bodyPr>
          <a:p>
            <a:pPr algn="just" indent="0" marL="0">
              <a:lnSpc>
                <a:spcPct val="150000"/>
              </a:lnSpc>
              <a:buNone/>
            </a:pPr>
            <a:r>
              <a:rPr dirty="0" lang="en-US">
                <a:latin typeface="Times New Roman" panose="02020603050405020304" pitchFamily="18" charset="0"/>
                <a:cs typeface="Times New Roman" panose="02020603050405020304" pitchFamily="18" charset="0"/>
              </a:rPr>
              <a:t>Text classification is the process of turning raw text into useful categories. First, text is collected from sources like emails or social media. Then it is cleaned by removing unnecessary words, fixing missing parts, and making the text consistent (like using lowercase). After that, the text is converted into numbers so a computer can understand it. A model is then trained to classify the text into categories, such as spam or not spam. Finally, the model is tested using measures like accuracy to check how well it works on new data.</a:t>
            </a:r>
            <a:endParaRPr dirty="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43" name="Title 1"/>
          <p:cNvSpPr>
            <a:spLocks noGrp="1"/>
          </p:cNvSpPr>
          <p:nvPr>
            <p:ph type="title"/>
          </p:nvPr>
        </p:nvSpPr>
        <p:spPr>
          <a:xfrm>
            <a:off x="2468881" y="624110"/>
            <a:ext cx="9035732" cy="717010"/>
          </a:xfrm>
        </p:spPr>
        <p:txBody>
          <a:bodyPr/>
          <a:p>
            <a:r>
              <a:rPr b="1" dirty="0" lang="en-US">
                <a:latin typeface="Times New Roman" panose="02020603050405020304" pitchFamily="18" charset="0"/>
                <a:cs typeface="Times New Roman" panose="02020603050405020304" pitchFamily="18" charset="0"/>
              </a:rPr>
              <a:t>IMPLEMENTATION</a:t>
            </a:r>
            <a:endParaRPr b="1" dirty="0" lang="en-IN">
              <a:latin typeface="Times New Roman" panose="02020603050405020304" pitchFamily="18" charset="0"/>
              <a:cs typeface="Times New Roman" panose="02020603050405020304" pitchFamily="18" charset="0"/>
            </a:endParaRPr>
          </a:p>
        </p:txBody>
      </p:sp>
      <p:sp>
        <p:nvSpPr>
          <p:cNvPr id="1048644" name="Content Placeholder 2"/>
          <p:cNvSpPr>
            <a:spLocks noGrp="1"/>
          </p:cNvSpPr>
          <p:nvPr>
            <p:ph idx="1"/>
          </p:nvPr>
        </p:nvSpPr>
        <p:spPr>
          <a:xfrm>
            <a:off x="794657" y="1436914"/>
            <a:ext cx="10709955" cy="4796976"/>
          </a:xfrm>
        </p:spPr>
        <p:txBody>
          <a:bodyPr>
            <a:noAutofit/>
          </a:bodyPr>
          <a:p>
            <a:pPr algn="just">
              <a:lnSpc>
                <a:spcPct val="120000"/>
              </a:lnSpc>
              <a:buFont typeface="Wingdings" panose="05000000000000000000" pitchFamily="2" charset="2"/>
              <a:buChar char="Ø"/>
            </a:pPr>
            <a:r>
              <a:rPr altLang="en-US" dirty="0" sz="1600" lang="en-US">
                <a:latin typeface="Times New Roman" panose="02020603050405020304" pitchFamily="18" charset="0"/>
                <a:cs typeface="Times New Roman" panose="02020603050405020304" pitchFamily="18" charset="0"/>
              </a:rPr>
              <a:t> </a:t>
            </a:r>
            <a:r>
              <a:rPr altLang="en-US" b="1" dirty="0" lang="en-US">
                <a:latin typeface="Times New Roman" panose="02020603050405020304" pitchFamily="18" charset="0"/>
                <a:cs typeface="Times New Roman" panose="02020603050405020304" pitchFamily="18" charset="0"/>
              </a:rPr>
              <a:t>DATASET &amp; PREPROCESSING</a:t>
            </a:r>
          </a:p>
          <a:p>
            <a:pPr algn="just">
              <a:lnSpc>
                <a:spcPct val="12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Used Reuters multi-label dataset, removed unwanted samples, and cleaned the text (handled nulls and formatting)</a:t>
            </a:r>
          </a:p>
          <a:p>
            <a:pPr algn="just">
              <a:lnSpc>
                <a:spcPct val="12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Converted labels into binary form, split data into train/validation/test, and saved label mapping (</a:t>
            </a:r>
            <a:r>
              <a:rPr altLang="en-US" dirty="0" lang="en-US" err="1">
                <a:latin typeface="Times New Roman" panose="02020603050405020304" pitchFamily="18" charset="0"/>
                <a:cs typeface="Times New Roman" panose="02020603050405020304" pitchFamily="18" charset="0"/>
              </a:rPr>
              <a:t>mlb.pkl</a:t>
            </a:r>
            <a:r>
              <a:rPr altLang="en-US" dirty="0" lang="en-US">
                <a:latin typeface="Times New Roman" panose="02020603050405020304" pitchFamily="18" charset="0"/>
                <a:cs typeface="Times New Roman" panose="02020603050405020304" pitchFamily="18" charset="0"/>
              </a:rPr>
              <a:t>) </a:t>
            </a:r>
          </a:p>
          <a:p>
            <a:pPr algn="just">
              <a:lnSpc>
                <a:spcPct val="120000"/>
              </a:lnSpc>
              <a:buFont typeface="Wingdings" panose="05000000000000000000" pitchFamily="2" charset="2"/>
              <a:buChar char="Ø"/>
            </a:pPr>
            <a:r>
              <a:rPr altLang="en-US" b="1" dirty="0" lang="en-US">
                <a:latin typeface="Times New Roman" panose="02020603050405020304" pitchFamily="18" charset="0"/>
                <a:cs typeface="Times New Roman" panose="02020603050405020304" pitchFamily="18" charset="0"/>
              </a:rPr>
              <a:t>AI-BASED DATA AUGMENTATION</a:t>
            </a:r>
          </a:p>
          <a:p>
            <a:pPr algn="just">
              <a:lnSpc>
                <a:spcPct val="12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Improved data by generating extra samples for minority labels using techniques like paraphrasing, expansion, summarization, and back-translation</a:t>
            </a:r>
          </a:p>
          <a:p>
            <a:pPr algn="just">
              <a:lnSpc>
                <a:spcPct val="12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Cleaned generated data (removed duplicates/irrelevant text) and combined it with original data to form final </a:t>
            </a:r>
            <a:r>
              <a:rPr altLang="en-US" dirty="0" lang="en-US" err="1">
                <a:latin typeface="Times New Roman" panose="02020603050405020304" pitchFamily="18" charset="0"/>
                <a:cs typeface="Times New Roman" panose="02020603050405020304" pitchFamily="18" charset="0"/>
              </a:rPr>
              <a:t>datase</a:t>
            </a:r>
            <a:endParaRPr altLang="en-US" dirty="0" lang="en-US">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altLang="en-US" b="1" dirty="0" lang="en-US">
                <a:latin typeface="Times New Roman" panose="02020603050405020304" pitchFamily="18" charset="0"/>
                <a:cs typeface="Times New Roman" panose="02020603050405020304" pitchFamily="18" charset="0"/>
              </a:rPr>
              <a:t>TOKENIZATION &amp; MODEL</a:t>
            </a:r>
          </a:p>
          <a:p>
            <a:pPr algn="just">
              <a:lnSpc>
                <a:spcPct val="12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Converted text into BERT inputs (</a:t>
            </a:r>
            <a:r>
              <a:rPr altLang="en-US" dirty="0" lang="en-US" err="1">
                <a:latin typeface="Times New Roman" panose="02020603050405020304" pitchFamily="18" charset="0"/>
                <a:cs typeface="Times New Roman" panose="02020603050405020304" pitchFamily="18" charset="0"/>
              </a:rPr>
              <a:t>input_ids</a:t>
            </a:r>
            <a:r>
              <a:rPr altLang="en-US" dirty="0" lang="en-US">
                <a:latin typeface="Times New Roman" panose="02020603050405020304" pitchFamily="18" charset="0"/>
                <a:cs typeface="Times New Roman" panose="02020603050405020304" pitchFamily="18" charset="0"/>
              </a:rPr>
              <a:t>, </a:t>
            </a:r>
            <a:r>
              <a:rPr altLang="en-US" dirty="0" lang="en-US" err="1">
                <a:latin typeface="Times New Roman" panose="02020603050405020304" pitchFamily="18" charset="0"/>
                <a:cs typeface="Times New Roman" panose="02020603050405020304" pitchFamily="18" charset="0"/>
              </a:rPr>
              <a:t>attention_mask</a:t>
            </a:r>
            <a:r>
              <a:rPr altLang="en-US" dirty="0" lang="en-US">
                <a:latin typeface="Times New Roman" panose="02020603050405020304" pitchFamily="18" charset="0"/>
                <a:cs typeface="Times New Roman" panose="02020603050405020304" pitchFamily="18" charset="0"/>
              </a:rPr>
              <a:t>) using tokenizer</a:t>
            </a:r>
          </a:p>
          <a:p>
            <a:pPr algn="just">
              <a:lnSpc>
                <a:spcPct val="12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Used BERT with Dropout, Linear, and Sigmoid layers to predict multiple labels with probability scores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49" name="TextBox 2"/>
          <p:cNvSpPr txBox="1"/>
          <p:nvPr/>
        </p:nvSpPr>
        <p:spPr>
          <a:xfrm>
            <a:off x="1426029" y="1273629"/>
            <a:ext cx="9764485" cy="3863340"/>
          </a:xfrm>
          <a:prstGeom prst="rect"/>
          <a:noFill/>
        </p:spPr>
        <p:txBody>
          <a:bodyPr wrap="square">
            <a:spAutoFit/>
          </a:bodyPr>
          <a:p>
            <a:pPr algn="just">
              <a:lnSpc>
                <a:spcPct val="150000"/>
              </a:lnSpc>
              <a:buFont typeface="Wingdings" panose="05000000000000000000" pitchFamily="2" charset="2"/>
              <a:buChar char="Ø"/>
            </a:pPr>
            <a:r>
              <a:rPr altLang="en-US" b="1" dirty="0" lang="en-US">
                <a:latin typeface="Times New Roman" panose="02020603050405020304" pitchFamily="18" charset="0"/>
                <a:cs typeface="Times New Roman" panose="02020603050405020304" pitchFamily="18" charset="0"/>
              </a:rPr>
              <a:t>TRAINING &amp; EVALUATION</a:t>
            </a:r>
          </a:p>
          <a:p>
            <a:pPr algn="just" indent="-285750" marL="285750">
              <a:lnSpc>
                <a:spcPct val="15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Trained model using Binary Cross Entropy loss and </a:t>
            </a:r>
            <a:r>
              <a:rPr altLang="en-US" dirty="0" lang="en-US" err="1">
                <a:latin typeface="Times New Roman" panose="02020603050405020304" pitchFamily="18" charset="0"/>
                <a:cs typeface="Times New Roman" panose="02020603050405020304" pitchFamily="18" charset="0"/>
              </a:rPr>
              <a:t>AdamW</a:t>
            </a:r>
            <a:r>
              <a:rPr altLang="en-US" dirty="0" lang="en-US">
                <a:latin typeface="Times New Roman" panose="02020603050405020304" pitchFamily="18" charset="0"/>
                <a:cs typeface="Times New Roman" panose="02020603050405020304" pitchFamily="18" charset="0"/>
              </a:rPr>
              <a:t> optimizer with backpropagation, saving the best model</a:t>
            </a:r>
          </a:p>
          <a:p>
            <a:pPr algn="just" indent="-285750" marL="285750">
              <a:lnSpc>
                <a:spcPct val="15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Evaluated using Micro-F1 and Macro-F1 and compared results with other methods</a:t>
            </a:r>
          </a:p>
          <a:p>
            <a:pPr algn="just" indent="-285750" marL="285750">
              <a:lnSpc>
                <a:spcPct val="150000"/>
              </a:lnSpc>
              <a:buFont typeface="Wingdings" panose="05000000000000000000" pitchFamily="2" charset="2"/>
              <a:buChar char="Ø"/>
            </a:pPr>
            <a:r>
              <a:rPr altLang="en-US" b="1" dirty="0" lang="en-US">
                <a:latin typeface="Times New Roman" panose="02020603050405020304" pitchFamily="18" charset="0"/>
                <a:cs typeface="Times New Roman" panose="02020603050405020304" pitchFamily="18" charset="0"/>
              </a:rPr>
              <a:t>DEPLOYMENT &amp; INFERENCE</a:t>
            </a:r>
          </a:p>
          <a:p>
            <a:pPr algn="just" indent="-285750" marL="285750">
              <a:lnSpc>
                <a:spcPct val="15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Developed a Flask app with login, dashboard, and options for single and batch predictions</a:t>
            </a:r>
          </a:p>
          <a:p>
            <a:pPr algn="just" indent="-285750" marL="285750">
              <a:lnSpc>
                <a:spcPct val="150000"/>
              </a:lnSpc>
              <a:buFont typeface="Arial" panose="020B0604020202020204" pitchFamily="34" charset="0"/>
              <a:buChar char="•"/>
            </a:pPr>
            <a:r>
              <a:rPr altLang="en-US" dirty="0" lang="en-US">
                <a:latin typeface="Times New Roman" panose="02020603050405020304" pitchFamily="18" charset="0"/>
                <a:cs typeface="Times New Roman" panose="02020603050405020304" pitchFamily="18" charset="0"/>
              </a:rPr>
              <a:t>For prediction: input → model → probabilities → apply threshold/Top-K, using saved model and label file</a:t>
            </a:r>
            <a:endParaRPr dirty="0"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50" name="TextBox 4"/>
          <p:cNvSpPr txBox="1"/>
          <p:nvPr/>
        </p:nvSpPr>
        <p:spPr>
          <a:xfrm>
            <a:off x="1458685" y="1709057"/>
            <a:ext cx="9677400" cy="1488439"/>
          </a:xfrm>
          <a:prstGeom prst="rect"/>
          <a:noFill/>
        </p:spPr>
        <p:txBody>
          <a:bodyPr wrap="square">
            <a:spAutoFit/>
          </a:bodyPr>
          <a:p>
            <a:r>
              <a:rPr dirty="0" lang="en-IN">
                <a:latin typeface="Times New Roman" panose="02020603050405020304" pitchFamily="18" charset="0"/>
                <a:cs typeface="Times New Roman" panose="02020603050405020304" pitchFamily="18" charset="0"/>
              </a:rPr>
              <a:t>Our system takes input text from the user and first converts it into a format that the model can understand using BERT tokenizer. Then the trained BERT model processes the text and generates probability scores for each category like trade, </a:t>
            </a:r>
            <a:r>
              <a:rPr dirty="0" lang="en-IN" err="1">
                <a:latin typeface="Times New Roman" panose="02020603050405020304" pitchFamily="18" charset="0"/>
                <a:cs typeface="Times New Roman" panose="02020603050405020304" pitchFamily="18" charset="0"/>
              </a:rPr>
              <a:t>acq</a:t>
            </a:r>
            <a:r>
              <a:rPr dirty="0" lang="en-IN">
                <a:latin typeface="Times New Roman" panose="02020603050405020304" pitchFamily="18" charset="0"/>
                <a:cs typeface="Times New Roman" panose="02020603050405020304" pitchFamily="18" charset="0"/>
              </a:rPr>
              <a:t>, etc. After that, we apply a threshold to select only the labels with high confidence, and those are shown as the final output.</a:t>
            </a:r>
          </a:p>
        </p:txBody>
      </p:sp>
      <p:sp>
        <p:nvSpPr>
          <p:cNvPr id="1048651" name="TextBox 6"/>
          <p:cNvSpPr txBox="1"/>
          <p:nvPr/>
        </p:nvSpPr>
        <p:spPr>
          <a:xfrm>
            <a:off x="2068285" y="804876"/>
            <a:ext cx="6096000" cy="461665"/>
          </a:xfrm>
          <a:prstGeom prst="rect"/>
          <a:noFill/>
        </p:spPr>
        <p:txBody>
          <a:bodyPr wrap="square">
            <a:spAutoFit/>
          </a:bodyPr>
          <a:p>
            <a:r>
              <a:rPr b="1" dirty="0" sz="2400" lang="en-IN">
                <a:effectLst/>
                <a:latin typeface="Times New Roman" panose="02020603050405020304" pitchFamily="18" charset="0"/>
                <a:cs typeface="Times New Roman" panose="02020603050405020304" pitchFamily="18" charset="0"/>
              </a:rPr>
              <a:t>RESULTS &amp; SNAPSHOTS</a:t>
            </a:r>
            <a:endParaRPr b="1" dirty="0" sz="2400" lang="en-IN">
              <a:latin typeface="Times New Roman" panose="02020603050405020304" pitchFamily="18" charset="0"/>
              <a:cs typeface="Times New Roman" panose="02020603050405020304" pitchFamily="18" charset="0"/>
            </a:endParaRPr>
          </a:p>
        </p:txBody>
      </p:sp>
      <p:pic>
        <p:nvPicPr>
          <p:cNvPr id="2097155" name="Picture 3"/>
          <p:cNvPicPr>
            <a:picLocks noChangeAspect="1"/>
          </p:cNvPicPr>
          <p:nvPr/>
        </p:nvPicPr>
        <p:blipFill>
          <a:blip xmlns:r="http://schemas.openxmlformats.org/officeDocument/2006/relationships" r:embed="rId1"/>
          <a:stretch>
            <a:fillRect/>
          </a:stretch>
        </p:blipFill>
        <p:spPr>
          <a:xfrm>
            <a:off x="2701471" y="3771536"/>
            <a:ext cx="6379029" cy="2754814"/>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pic>
        <p:nvPicPr>
          <p:cNvPr id="2097156" name="Picture 5"/>
          <p:cNvPicPr>
            <a:picLocks noChangeAspect="1"/>
          </p:cNvPicPr>
          <p:nvPr/>
        </p:nvPicPr>
        <p:blipFill>
          <a:blip xmlns:r="http://schemas.openxmlformats.org/officeDocument/2006/relationships" r:embed="rId1"/>
          <a:stretch>
            <a:fillRect/>
          </a:stretch>
        </p:blipFill>
        <p:spPr>
          <a:xfrm>
            <a:off x="2143760" y="1168400"/>
            <a:ext cx="8981440" cy="4978400"/>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52" name="Title 1"/>
          <p:cNvSpPr>
            <a:spLocks noGrp="1"/>
          </p:cNvSpPr>
          <p:nvPr>
            <p:ph type="title"/>
          </p:nvPr>
        </p:nvSpPr>
        <p:spPr/>
        <p:txBody>
          <a:bodyPr/>
          <a:p>
            <a:r>
              <a:rPr b="1" dirty="0" lang="en-US">
                <a:latin typeface="Times New Roman" panose="02020603050405020304" pitchFamily="18" charset="0"/>
                <a:cs typeface="Times New Roman" panose="02020603050405020304" pitchFamily="18" charset="0"/>
              </a:rPr>
              <a:t>CONCLUSION</a:t>
            </a:r>
            <a:endParaRPr b="1" dirty="0" lang="en-IN">
              <a:latin typeface="Times New Roman" panose="02020603050405020304" pitchFamily="18" charset="0"/>
              <a:cs typeface="Times New Roman" panose="02020603050405020304" pitchFamily="18" charset="0"/>
            </a:endParaRPr>
          </a:p>
        </p:txBody>
      </p:sp>
      <p:sp>
        <p:nvSpPr>
          <p:cNvPr id="1048653" name="Content Placeholder 2"/>
          <p:cNvSpPr>
            <a:spLocks noGrp="1"/>
          </p:cNvSpPr>
          <p:nvPr>
            <p:ph idx="1"/>
          </p:nvPr>
        </p:nvSpPr>
        <p:spPr>
          <a:xfrm>
            <a:off x="1280160" y="1422400"/>
            <a:ext cx="10224452" cy="4488822"/>
          </a:xfrm>
        </p:spPr>
        <p:txBody>
          <a:bodyPr/>
          <a:p>
            <a:pPr algn="just" indent="0" marL="0">
              <a:lnSpc>
                <a:spcPct val="150000"/>
              </a:lnSpc>
              <a:buNone/>
            </a:pPr>
            <a:r>
              <a:rPr dirty="0" lang="en-IN">
                <a:latin typeface="Times New Roman" panose="02020603050405020304" pitchFamily="18" charset="0"/>
                <a:cs typeface="Times New Roman" panose="02020603050405020304" pitchFamily="18" charset="0"/>
              </a:rPr>
              <a:t>In this project, we successfully developed a multi-label text classification system using the BERT model. We improved the performance of the model by applying data augmentation techniques like paraphrasing and summarization, which helped in handling less frequent labels. The data was properly cleaned, processed, and used to train the model effectively. We evaluated the model using appropriate metrics to ensure good performance. Finally, we deployed the system using a Flask web application, allowing users to give input text and get predictions in real time. Overall, the project provides an efficient and practical solution for classifying text into multiple categories.</a:t>
            </a:r>
          </a:p>
          <a:p>
            <a:pPr algn="just" indent="0" marL="0">
              <a:buNone/>
            </a:pPr>
            <a:endParaRPr dirty="0"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54" name="Title 1"/>
          <p:cNvSpPr>
            <a:spLocks noGrp="1"/>
          </p:cNvSpPr>
          <p:nvPr>
            <p:ph type="title"/>
          </p:nvPr>
        </p:nvSpPr>
        <p:spPr>
          <a:xfrm>
            <a:off x="1774371" y="624110"/>
            <a:ext cx="9730241" cy="1280890"/>
          </a:xfrm>
        </p:spPr>
        <p:txBody>
          <a:bodyPr>
            <a:normAutofit/>
          </a:bodyPr>
          <a:p>
            <a:pPr>
              <a:lnSpc>
                <a:spcPct val="120000"/>
              </a:lnSpc>
            </a:pPr>
            <a:r>
              <a:rPr dirty="0" lang="en-US">
                <a:latin typeface="Times New Roman" panose="02020603050405020304" pitchFamily="18" charset="0"/>
                <a:cs typeface="Times New Roman" panose="02020603050405020304" pitchFamily="18" charset="0"/>
              </a:rPr>
              <a:t> </a:t>
            </a:r>
            <a:r>
              <a:rPr b="1" dirty="0" sz="4000" lang="en-US">
                <a:latin typeface="Times New Roman" panose="02020603050405020304" pitchFamily="18" charset="0"/>
                <a:cs typeface="Times New Roman" panose="02020603050405020304" pitchFamily="18" charset="0"/>
              </a:rPr>
              <a:t>REFERENCES</a:t>
            </a:r>
            <a:br>
              <a:rPr dirty="0" sz="4000" lang="en-US">
                <a:latin typeface="Times New Roman" panose="02020603050405020304" pitchFamily="18" charset="0"/>
                <a:cs typeface="Times New Roman" panose="02020603050405020304" pitchFamily="18" charset="0"/>
              </a:rPr>
            </a:br>
            <a:br>
              <a:rPr dirty="0" lang="en-IN">
                <a:latin typeface="Times New Roman" panose="02020603050405020304" pitchFamily="18" charset="0"/>
                <a:cs typeface="Times New Roman" panose="02020603050405020304" pitchFamily="18" charset="0"/>
              </a:rPr>
            </a:br>
            <a:endParaRPr dirty="0" lang="en-IN"/>
          </a:p>
        </p:txBody>
      </p:sp>
      <p:sp>
        <p:nvSpPr>
          <p:cNvPr id="1048655" name="Content Placeholder 2"/>
          <p:cNvSpPr>
            <a:spLocks noGrp="1"/>
          </p:cNvSpPr>
          <p:nvPr>
            <p:ph idx="1"/>
          </p:nvPr>
        </p:nvSpPr>
        <p:spPr>
          <a:xfrm>
            <a:off x="1524000" y="1371600"/>
            <a:ext cx="10332720" cy="5069839"/>
          </a:xfrm>
        </p:spPr>
        <p:txBody>
          <a:bodyPr>
            <a:normAutofit/>
          </a:bodyPr>
          <a:p>
            <a:pPr indent="0" marL="0">
              <a:buNone/>
            </a:pPr>
            <a:r>
              <a:rPr dirty="0" lang="en-IN">
                <a:latin typeface="Times New Roman" pitchFamily="18" charset="0"/>
                <a:cs typeface="Times New Roman" pitchFamily="18" charset="0"/>
              </a:rPr>
              <a:t> </a:t>
            </a:r>
            <a:r>
              <a:rPr dirty="0" sz="1900" lang="en-US">
                <a:latin typeface="Times New Roman" panose="02020603050405020304" pitchFamily="18" charset="0"/>
                <a:cs typeface="Times New Roman" panose="02020603050405020304" pitchFamily="18" charset="0"/>
              </a:rPr>
              <a:t>[1] Z. Wang, Y. Pang, Y. Lin, and X. Zhu,</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“Adaptable and reliable text classification using large language models,” IEEE International Conference, 2024.</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 </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[2] P. Trust and R. </a:t>
            </a:r>
            <a:r>
              <a:rPr dirty="0" sz="1900" lang="en-US" err="1">
                <a:latin typeface="Times New Roman" panose="02020603050405020304" pitchFamily="18" charset="0"/>
                <a:cs typeface="Times New Roman" panose="02020603050405020304" pitchFamily="18" charset="0"/>
              </a:rPr>
              <a:t>Minghim</a:t>
            </a:r>
            <a:r>
              <a:rPr dirty="0" sz="1900" lang="en-US">
                <a:latin typeface="Times New Roman" panose="02020603050405020304" pitchFamily="18" charset="0"/>
                <a:cs typeface="Times New Roman" panose="02020603050405020304" pitchFamily="18" charset="0"/>
              </a:rPr>
              <a:t>,</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“A study on text classification in the age of large language models,” Machine Learning and Knowledge Extraction, 2024.</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 </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[3] S. P. K. </a:t>
            </a:r>
            <a:r>
              <a:rPr dirty="0" sz="1900" lang="en-US" err="1">
                <a:latin typeface="Times New Roman" panose="02020603050405020304" pitchFamily="18" charset="0"/>
                <a:cs typeface="Times New Roman" panose="02020603050405020304" pitchFamily="18" charset="0"/>
              </a:rPr>
              <a:t>Veeranki</a:t>
            </a:r>
            <a:r>
              <a:rPr dirty="0" sz="1900" lang="en-US">
                <a:latin typeface="Times New Roman" panose="02020603050405020304" pitchFamily="18" charset="0"/>
                <a:cs typeface="Times New Roman" panose="02020603050405020304" pitchFamily="18" charset="0"/>
              </a:rPr>
              <a:t>, A. </a:t>
            </a:r>
            <a:r>
              <a:rPr dirty="0" sz="1900" lang="en-US" err="1">
                <a:latin typeface="Times New Roman" panose="02020603050405020304" pitchFamily="18" charset="0"/>
                <a:cs typeface="Times New Roman" panose="02020603050405020304" pitchFamily="18" charset="0"/>
              </a:rPr>
              <a:t>Abdulnazar</a:t>
            </a:r>
            <a:r>
              <a:rPr dirty="0" sz="1900" lang="en-US">
                <a:latin typeface="Times New Roman" panose="02020603050405020304" pitchFamily="18" charset="0"/>
                <a:cs typeface="Times New Roman" panose="02020603050405020304" pitchFamily="18" charset="0"/>
              </a:rPr>
              <a:t>, D. Kramer, et al.,</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“Multi-label text classification via secondary use of large clinical real-world data sets,” Scientific Reports, 2024.</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 </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[4] S. </a:t>
            </a:r>
            <a:r>
              <a:rPr dirty="0" sz="1900" lang="en-US" err="1">
                <a:latin typeface="Times New Roman" panose="02020603050405020304" pitchFamily="18" charset="0"/>
                <a:cs typeface="Times New Roman" panose="02020603050405020304" pitchFamily="18" charset="0"/>
              </a:rPr>
              <a:t>Molitorys</a:t>
            </a:r>
            <a:r>
              <a:rPr dirty="0" sz="1900" lang="en-US">
                <a:latin typeface="Times New Roman" panose="02020603050405020304" pitchFamily="18" charset="0"/>
                <a:cs typeface="Times New Roman" panose="02020603050405020304" pitchFamily="18" charset="0"/>
              </a:rPr>
              <a:t>, B. Pilot, and K. </a:t>
            </a:r>
            <a:r>
              <a:rPr dirty="0" sz="1900" lang="en-US" err="1">
                <a:latin typeface="Times New Roman" panose="02020603050405020304" pitchFamily="18" charset="0"/>
                <a:cs typeface="Times New Roman" panose="02020603050405020304" pitchFamily="18" charset="0"/>
              </a:rPr>
              <a:t>Smyrak</a:t>
            </a:r>
            <a:r>
              <a:rPr dirty="0" sz="1900" lang="en-US">
                <a:latin typeface="Times New Roman" panose="02020603050405020304" pitchFamily="18" charset="0"/>
                <a:cs typeface="Times New Roman" panose="02020603050405020304" pitchFamily="18" charset="0"/>
              </a:rPr>
              <a:t>,</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“Text Classification,” CEUR Workshop Proceedings (IVUS), 2024.</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 </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[5] E. De Santis, A. Martino, F. Ronci, et al.,</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“From bag-of-words to transformers: A comparative study for text classification in healthcare discussions in social media,” IEEE Transactions, 2024.</a:t>
            </a:r>
            <a:endParaRPr dirty="0" sz="1900" lang="en-IN">
              <a:latin typeface="Times New Roman" panose="02020603050405020304" pitchFamily="18" charset="0"/>
              <a:cs typeface="Times New Roman" panose="02020603050405020304" pitchFamily="18" charset="0"/>
            </a:endParaRPr>
          </a:p>
          <a:p>
            <a:pPr indent="0" marL="0">
              <a:buNone/>
            </a:pPr>
            <a:r>
              <a:rPr dirty="0" sz="1900" lang="en-US">
                <a:latin typeface="Times New Roman" panose="02020603050405020304" pitchFamily="18" charset="0"/>
                <a:cs typeface="Times New Roman" panose="02020603050405020304" pitchFamily="18" charset="0"/>
              </a:rPr>
              <a:t> </a:t>
            </a:r>
            <a:endParaRPr dirty="0" sz="1900" lang="en-IN">
              <a:latin typeface="Times New Roman" panose="02020603050405020304" pitchFamily="18" charset="0"/>
              <a:cs typeface="Times New Roman" panose="02020603050405020304" pitchFamily="18" charset="0"/>
            </a:endParaRPr>
          </a:p>
          <a:p>
            <a:pPr algn="just" indent="0" marL="0">
              <a:lnSpc>
                <a:spcPct val="150000"/>
              </a:lnSpc>
              <a:buNone/>
            </a:pPr>
            <a:endParaRPr dirty="0" lang="en-IN">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56" name="Content Placeholder 2"/>
          <p:cNvSpPr>
            <a:spLocks noGrp="1"/>
          </p:cNvSpPr>
          <p:nvPr>
            <p:ph idx="1"/>
          </p:nvPr>
        </p:nvSpPr>
        <p:spPr>
          <a:xfrm>
            <a:off x="1554480" y="619760"/>
            <a:ext cx="9950132" cy="5811520"/>
          </a:xfrm>
        </p:spPr>
        <p:txBody>
          <a:bodyPr>
            <a:normAutofit/>
          </a:bodyPr>
          <a:p>
            <a:pPr indent="0" marL="0">
              <a:buNone/>
            </a:pPr>
            <a:r>
              <a:rPr dirty="0" sz="4900" lang="en-US">
                <a:latin typeface="Times New Roman" panose="02020603050405020304" pitchFamily="18" charset="0"/>
                <a:cs typeface="Times New Roman" panose="02020603050405020304" pitchFamily="18" charset="0"/>
              </a:rPr>
              <a:t>[6] L. Xiao, Q. Li, Q. Ma, J. Shen, Y. Yang, and D. Li,</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“Text classification algorithm of tourist attractions subcategories with modified TF-IDF and Word2Vec,” PLOS ONE, 2024.</a:t>
            </a:r>
            <a:endParaRPr dirty="0" sz="4900" lang="en-IN">
              <a:latin typeface="Times New Roman" panose="02020603050405020304" pitchFamily="18" charset="0"/>
              <a:cs typeface="Times New Roman" panose="02020603050405020304" pitchFamily="18" charset="0"/>
            </a:endParaRPr>
          </a:p>
          <a:p>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[7] H. Zhao, H. Chen, T. A. Ruggles, Y. Feng, D. Singh, et al.,</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“Improving text classification with large language model-based data augmentation,” Electronics, 2024.</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 </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8] S. Liu, S. Liu, L. Sha, Z. Zeng, et al.,</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“Annotation guideline-based knowledge augmentation: Towards enhancing large language models for educational text classification,” IEEE Transactions, 2025.</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 </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[9] H. Sakai and S. S. Lam,</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“Large language models for health care text classification: Systematic review,” JMIR AI, 2026.</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 </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[10] M. Cesarini, L. </a:t>
            </a:r>
            <a:r>
              <a:rPr dirty="0" sz="4900" lang="en-US" err="1">
                <a:latin typeface="Times New Roman" panose="02020603050405020304" pitchFamily="18" charset="0"/>
                <a:cs typeface="Times New Roman" panose="02020603050405020304" pitchFamily="18" charset="0"/>
              </a:rPr>
              <a:t>Malandri</a:t>
            </a:r>
            <a:r>
              <a:rPr dirty="0" sz="4900" lang="en-US">
                <a:latin typeface="Times New Roman" panose="02020603050405020304" pitchFamily="18" charset="0"/>
                <a:cs typeface="Times New Roman" panose="02020603050405020304" pitchFamily="18" charset="0"/>
              </a:rPr>
              <a:t>, F. </a:t>
            </a:r>
            <a:r>
              <a:rPr dirty="0" sz="4900" lang="en-US" err="1">
                <a:latin typeface="Times New Roman" panose="02020603050405020304" pitchFamily="18" charset="0"/>
                <a:cs typeface="Times New Roman" panose="02020603050405020304" pitchFamily="18" charset="0"/>
              </a:rPr>
              <a:t>Pallucchini</a:t>
            </a:r>
            <a:r>
              <a:rPr dirty="0" sz="4900" lang="en-US">
                <a:latin typeface="Times New Roman" panose="02020603050405020304" pitchFamily="18" charset="0"/>
                <a:cs typeface="Times New Roman" panose="02020603050405020304" pitchFamily="18" charset="0"/>
              </a:rPr>
              <a:t>, A. Seveso, et al.,</a:t>
            </a:r>
            <a:endParaRPr dirty="0" sz="4900" lang="en-IN">
              <a:latin typeface="Times New Roman" panose="02020603050405020304" pitchFamily="18" charset="0"/>
              <a:cs typeface="Times New Roman" panose="02020603050405020304" pitchFamily="18" charset="0"/>
            </a:endParaRPr>
          </a:p>
          <a:p>
            <a:pPr indent="0" marL="0">
              <a:buNone/>
            </a:pPr>
            <a:r>
              <a:rPr dirty="0" sz="4900" lang="en-US">
                <a:latin typeface="Times New Roman" panose="02020603050405020304" pitchFamily="18" charset="0"/>
                <a:cs typeface="Times New Roman" panose="02020603050405020304" pitchFamily="18" charset="0"/>
              </a:rPr>
              <a:t>“Explainable AI for text classification: Lessons from a comprehensive evaluation of post hoc methods,” Springer </a:t>
            </a:r>
            <a:r>
              <a:rPr dirty="0" sz="4900" lang="en-US"/>
              <a:t>(Cognitive Studies), 2024.</a:t>
            </a:r>
            <a:endParaRPr dirty="0" sz="4900" lang="en-IN"/>
          </a:p>
          <a:p>
            <a:pPr indent="0" marL="0">
              <a:buNone/>
            </a:pPr>
            <a:br>
              <a:rPr dirty="0" lang="en-US"/>
            </a:br>
            <a:endParaRPr dirty="0" lang="en-US">
              <a:latin typeface="Times New Roman" panose="02020603050405020304" pitchFamily="18" charset="0"/>
              <a:cs typeface="Times New Roman" panose="02020603050405020304" pitchFamily="18" charset="0"/>
            </a:endParaRPr>
          </a:p>
          <a:p>
            <a:endParaRPr dirty="0"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57" name="Content Placeholder 2"/>
          <p:cNvSpPr>
            <a:spLocks noGrp="1"/>
          </p:cNvSpPr>
          <p:nvPr>
            <p:ph idx="1"/>
          </p:nvPr>
        </p:nvSpPr>
        <p:spPr/>
        <p:txBody>
          <a:bodyPr>
            <a:normAutofit/>
          </a:bodyPr>
          <a:p>
            <a:pPr indent="0" marL="0">
              <a:buNone/>
            </a:pPr>
            <a:r>
              <a:rPr dirty="0" sz="5400" lang="en-US"/>
              <a:t>        THANK  YOU</a:t>
            </a:r>
            <a:endParaRPr dirty="0" sz="5400" lang="en-IN"/>
          </a:p>
        </p:txBody>
      </p:sp>
    </p:spTree>
  </p:cSld>
  <p:clrMapOvr>
    <a:masterClrMapping/>
  </p:clrMapOvr>
</p:sld>
</file>

<file path=ppt/theme/theme1.xml><?xml version="1.0" encoding="utf-8"?>
<a:theme xmlns:a="http://schemas.openxmlformats.org/drawingml/2006/main" name="Wisp">
  <a:themeElements>
    <a:clrScheme name="Wisp">
      <a:dk1>
        <a:sysClr lastClr="000000" val="windowText"/>
      </a:dk1>
      <a:lt1>
        <a:sysClr lastClr="FFFFFF" val="window"/>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r="5400000" dist="25400" rotWithShape="0">
              <a:srgbClr val="000000">
                <a:alpha val="25000"/>
              </a:srgbClr>
            </a:outerShdw>
          </a:effectLst>
        </a:effectStyle>
        <a:effectStyle>
          <a:effectLst>
            <a:outerShdw blurRad="50800" dir="5400000" dist="381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||JAI SRI GURUDEV||                                                 ADICHUNCHANAGIRI UNIVERSITY                                            BGS INSTITUTE OF TECHNOLOGY                            BG Nagara – 571448, Nagamangala Taluk,  Mandya District, Karnataka (INDIA)                          DEPARTMENT OF ELECTRONICS AND COMMUNICATION ENGINEERING</dc:title>
  <dc:creator>Varshini P L</dc:creator>
  <cp:lastModifiedBy>Lavanya BN</cp:lastModifiedBy>
  <dcterms:created xsi:type="dcterms:W3CDTF">2024-04-20T07:00:19Z</dcterms:created>
  <dcterms:modified xsi:type="dcterms:W3CDTF">2026-05-31T13:42:17Z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bc863ae5568e4accbb611801fe631507</vt:lpwstr>
  </property>
</Properties>
</file>